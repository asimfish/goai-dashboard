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不同文献对目标化合物合成研究的适用范围（第五轮 F02 嵌套容器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873124" y="396874"/>
            <a:ext cx="3667124" cy="6397624"/>
          </a:xfrm>
          <a:prstGeom prst="roundRect">
            <a:avLst>
              <a:gd name="adj" fmla="val 3030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1015999" y="47624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4698999" y="396874"/>
            <a:ext cx="3492499" cy="6397624"/>
          </a:xfrm>
          <a:prstGeom prst="roundRect">
            <a:avLst>
              <a:gd name="adj" fmla="val 3181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4841874" y="47624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Q" descr="Editable shape; source id zQ"/>
          <p:cNvSpPr/>
          <p:nvPr/>
        </p:nvSpPr>
        <p:spPr>
          <a:xfrm>
            <a:off x="8350249" y="396874"/>
            <a:ext cx="3635374" cy="6397624"/>
          </a:xfrm>
          <a:prstGeom prst="roundRect">
            <a:avLst>
              <a:gd name="adj" fmla="val 3056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Q_l" descr="Editable text; source id zQ_l"/>
          <p:cNvSpPr txBox="1"/>
          <p:nvPr/>
        </p:nvSpPr>
        <p:spPr>
          <a:xfrm>
            <a:off x="8493124" y="476249"/>
            <a:ext cx="147637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可回答的问题</a:t>
            </a:r>
          </a:p>
        </p:txBody>
      </p:sp>
      <p:sp>
        <p:nvSpPr>
          <p:cNvPr id="8" name="a1" descr="Editable shape; source id a1"/>
          <p:cNvSpPr/>
          <p:nvPr/>
        </p:nvSpPr>
        <p:spPr>
          <a:xfrm>
            <a:off x="1031874" y="1190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1_b" descr="Editable shape; source id a1_b"/>
          <p:cNvSpPr/>
          <p:nvPr/>
        </p:nvSpPr>
        <p:spPr>
          <a:xfrm>
            <a:off x="1031874" y="1190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1_g_s0" descr="Editable shape; source id a1_g_s0"/>
          <p:cNvSpPr/>
          <p:nvPr/>
        </p:nvSpPr>
        <p:spPr>
          <a:xfrm>
            <a:off x="1277937" y="1484312"/>
            <a:ext cx="150812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a1_g_l1" descr="Editable line; source id a1_g_l1"/>
          <p:cNvCxnSpPr/>
          <p:nvPr/>
        </p:nvCxnSpPr>
        <p:spPr>
          <a:xfrm>
            <a:off x="1317624" y="1563687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a1_g_l2" descr="Editable line; source id a1_g_l2"/>
          <p:cNvCxnSpPr/>
          <p:nvPr/>
        </p:nvCxnSpPr>
        <p:spPr>
          <a:xfrm>
            <a:off x="1317624" y="1611312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1_g_l3" descr="Editable line; source id a1_g_l3"/>
          <p:cNvCxnSpPr/>
          <p:nvPr/>
        </p:nvCxnSpPr>
        <p:spPr>
          <a:xfrm>
            <a:off x="1317624" y="1650999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1_t" descr="Editable text; source id a1_t"/>
          <p:cNvSpPr txBox="1"/>
          <p:nvPr/>
        </p:nvSpPr>
        <p:spPr>
          <a:xfrm>
            <a:off x="1635124" y="1428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目标化合物直接报道</a:t>
            </a:r>
          </a:p>
        </p:txBody>
      </p:sp>
      <p:sp>
        <p:nvSpPr>
          <p:cNvPr id="15" name="a2" descr="Editable shape; source id a2"/>
          <p:cNvSpPr/>
          <p:nvPr/>
        </p:nvSpPr>
        <p:spPr>
          <a:xfrm>
            <a:off x="1031874" y="2079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2_b" descr="Editable shape; source id a2_b"/>
          <p:cNvSpPr/>
          <p:nvPr/>
        </p:nvSpPr>
        <p:spPr>
          <a:xfrm>
            <a:off x="1031874" y="2079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a2_g_o_0" descr="Editable line; source id a2_g_o_0"/>
          <p:cNvCxnSpPr/>
          <p:nvPr/>
        </p:nvCxnSpPr>
        <p:spPr>
          <a:xfrm>
            <a:off x="1381124" y="2349499"/>
            <a:ext cx="1270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2_g_o_1" descr="Editable line; source id a2_g_o_1"/>
          <p:cNvCxnSpPr/>
          <p:nvPr/>
        </p:nvCxnSpPr>
        <p:spPr>
          <a:xfrm flipH="1">
            <a:off x="1452562" y="2436812"/>
            <a:ext cx="55562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_g_o_2" descr="Editable line; source id a2_g_o_2"/>
          <p:cNvCxnSpPr/>
          <p:nvPr/>
        </p:nvCxnSpPr>
        <p:spPr>
          <a:xfrm flipH="1">
            <a:off x="1309687" y="2603499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2_g_o_3" descr="Editable line; source id a2_g_o_3"/>
          <p:cNvCxnSpPr/>
          <p:nvPr/>
        </p:nvCxnSpPr>
        <p:spPr>
          <a:xfrm flipH="1" flipV="1">
            <a:off x="1254124" y="2436812"/>
            <a:ext cx="55563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2_g_o_4" descr="Editable line; source id a2_g_o_4"/>
          <p:cNvCxnSpPr/>
          <p:nvPr/>
        </p:nvCxnSpPr>
        <p:spPr>
          <a:xfrm flipV="1">
            <a:off x="1254124" y="2349499"/>
            <a:ext cx="1270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2_g_a" descr="Editable line; source id a2_g_a"/>
          <p:cNvCxnSpPr/>
          <p:nvPr/>
        </p:nvCxnSpPr>
        <p:spPr>
          <a:xfrm>
            <a:off x="1381124" y="2349499"/>
            <a:ext cx="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2_g_b" descr="Editable line; source id a2_g_b"/>
          <p:cNvCxnSpPr/>
          <p:nvPr/>
        </p:nvCxnSpPr>
        <p:spPr>
          <a:xfrm>
            <a:off x="1254124" y="2436812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2_t" descr="Editable text; source id a2_t"/>
          <p:cNvSpPr txBox="1"/>
          <p:nvPr/>
        </p:nvSpPr>
        <p:spPr>
          <a:xfrm>
            <a:off x="1635124" y="2317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同类</a:t>
            </a:r>
            <a:r>
              <a: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 Ba–Y </a:t>
            </a: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四方硅酸盐</a:t>
            </a:r>
          </a:p>
        </p:txBody>
      </p:sp>
      <p:sp>
        <p:nvSpPr>
          <p:cNvPr id="25" name="a3" descr="Editable shape; source id a3"/>
          <p:cNvSpPr/>
          <p:nvPr/>
        </p:nvSpPr>
        <p:spPr>
          <a:xfrm>
            <a:off x="1031874" y="2968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3_b" descr="Editable shape; source id a3_b"/>
          <p:cNvSpPr/>
          <p:nvPr/>
        </p:nvSpPr>
        <p:spPr>
          <a:xfrm>
            <a:off x="1031874" y="2968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a3_g_h0" descr="Editable line; source id a3_g_h0"/>
          <p:cNvCxnSpPr/>
          <p:nvPr/>
        </p:nvCxnSpPr>
        <p:spPr>
          <a:xfrm>
            <a:off x="1277937" y="3270249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a3_g_v0" descr="Editable line; source id a3_g_v0"/>
          <p:cNvCxnSpPr/>
          <p:nvPr/>
        </p:nvCxnSpPr>
        <p:spPr>
          <a:xfrm>
            <a:off x="1277937" y="3270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a3_g_h1" descr="Editable line; source id a3_g_h1"/>
          <p:cNvCxnSpPr/>
          <p:nvPr/>
        </p:nvCxnSpPr>
        <p:spPr>
          <a:xfrm>
            <a:off x="1277937" y="3373437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a3_g_v1" descr="Editable line; source id a3_g_v1"/>
          <p:cNvCxnSpPr/>
          <p:nvPr/>
        </p:nvCxnSpPr>
        <p:spPr>
          <a:xfrm>
            <a:off x="1381124" y="3270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3_g_h2" descr="Editable line; source id a3_g_h2"/>
          <p:cNvCxnSpPr/>
          <p:nvPr/>
        </p:nvCxnSpPr>
        <p:spPr>
          <a:xfrm>
            <a:off x="1277937" y="3476624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3_g_v2" descr="Editable line; source id a3_g_v2"/>
          <p:cNvCxnSpPr/>
          <p:nvPr/>
        </p:nvCxnSpPr>
        <p:spPr>
          <a:xfrm>
            <a:off x="1484312" y="3270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3_g_d00" descr="Editable shape; source id a3_g_d00"/>
          <p:cNvSpPr/>
          <p:nvPr/>
        </p:nvSpPr>
        <p:spPr>
          <a:xfrm>
            <a:off x="1254124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3_g_d01" descr="Editable shape; source id a3_g_d01"/>
          <p:cNvSpPr/>
          <p:nvPr/>
        </p:nvSpPr>
        <p:spPr>
          <a:xfrm>
            <a:off x="1254124" y="334962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3_g_d02" descr="Editable shape; source id a3_g_d02"/>
          <p:cNvSpPr/>
          <p:nvPr/>
        </p:nvSpPr>
        <p:spPr>
          <a:xfrm>
            <a:off x="1254124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3_g_d10" descr="Editable shape; source id a3_g_d10"/>
          <p:cNvSpPr/>
          <p:nvPr/>
        </p:nvSpPr>
        <p:spPr>
          <a:xfrm>
            <a:off x="1357312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3_g_d11" descr="Editable shape; source id a3_g_d11"/>
          <p:cNvSpPr/>
          <p:nvPr/>
        </p:nvSpPr>
        <p:spPr>
          <a:xfrm>
            <a:off x="1357312" y="3349624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3_g_d12" descr="Editable shape; source id a3_g_d12"/>
          <p:cNvSpPr/>
          <p:nvPr/>
        </p:nvSpPr>
        <p:spPr>
          <a:xfrm>
            <a:off x="1357312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3_g_d20" descr="Editable shape; source id a3_g_d20"/>
          <p:cNvSpPr/>
          <p:nvPr/>
        </p:nvSpPr>
        <p:spPr>
          <a:xfrm>
            <a:off x="1460499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3_g_d21" descr="Editable shape; source id a3_g_d21"/>
          <p:cNvSpPr/>
          <p:nvPr/>
        </p:nvSpPr>
        <p:spPr>
          <a:xfrm>
            <a:off x="1460499" y="334962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3_g_d22" descr="Editable shape; source id a3_g_d22"/>
          <p:cNvSpPr/>
          <p:nvPr/>
        </p:nvSpPr>
        <p:spPr>
          <a:xfrm>
            <a:off x="1460499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3_t" descr="Editable text; source id a3_t"/>
          <p:cNvSpPr txBox="1"/>
          <p:nvPr/>
        </p:nvSpPr>
        <p:spPr>
          <a:xfrm>
            <a:off x="1635124" y="3206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43" name="a4" descr="Editable shape; source id a4"/>
          <p:cNvSpPr/>
          <p:nvPr/>
        </p:nvSpPr>
        <p:spPr>
          <a:xfrm>
            <a:off x="1031874" y="3857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4_b" descr="Editable shape; source id a4_b"/>
          <p:cNvSpPr/>
          <p:nvPr/>
        </p:nvSpPr>
        <p:spPr>
          <a:xfrm>
            <a:off x="1031874" y="3857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a4_g_b_0" descr="Editable line; source id a4_g_b_0"/>
          <p:cNvCxnSpPr/>
          <p:nvPr/>
        </p:nvCxnSpPr>
        <p:spPr>
          <a:xfrm>
            <a:off x="1293812" y="4198937"/>
            <a:ext cx="31750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4_g_b_1" descr="Editable line; source id a4_g_b_1"/>
          <p:cNvCxnSpPr/>
          <p:nvPr/>
        </p:nvCxnSpPr>
        <p:spPr>
          <a:xfrm>
            <a:off x="1325562" y="4373562"/>
            <a:ext cx="111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4_g_b_2" descr="Editable line; source id a4_g_b_2"/>
          <p:cNvCxnSpPr/>
          <p:nvPr/>
        </p:nvCxnSpPr>
        <p:spPr>
          <a:xfrm flipV="1">
            <a:off x="1436687" y="4198937"/>
            <a:ext cx="31750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4_g_r" descr="Editable line; source id a4_g_r"/>
          <p:cNvCxnSpPr/>
          <p:nvPr/>
        </p:nvCxnSpPr>
        <p:spPr>
          <a:xfrm>
            <a:off x="1269999" y="4198937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4_t" descr="Editable text; source id a4_t"/>
          <p:cNvSpPr txBox="1"/>
          <p:nvPr/>
        </p:nvSpPr>
        <p:spPr>
          <a:xfrm>
            <a:off x="1635124" y="4095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工艺参照研究</a:t>
            </a:r>
          </a:p>
        </p:txBody>
      </p:sp>
      <p:sp>
        <p:nvSpPr>
          <p:cNvPr id="50" name="a5" descr="Editable shape; source id a5"/>
          <p:cNvSpPr/>
          <p:nvPr/>
        </p:nvSpPr>
        <p:spPr>
          <a:xfrm>
            <a:off x="1031874" y="5556249"/>
            <a:ext cx="3333749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5_g_s0" descr="Editable shape; source id a5_g_s0"/>
          <p:cNvSpPr/>
          <p:nvPr/>
        </p:nvSpPr>
        <p:spPr>
          <a:xfrm>
            <a:off x="1293812" y="5889624"/>
            <a:ext cx="150812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5_g_l1" descr="Editable line; source id a5_g_l1"/>
          <p:cNvCxnSpPr/>
          <p:nvPr/>
        </p:nvCxnSpPr>
        <p:spPr>
          <a:xfrm>
            <a:off x="1333499" y="596899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a5_g_l2" descr="Editable line; source id a5_g_l2"/>
          <p:cNvCxnSpPr/>
          <p:nvPr/>
        </p:nvCxnSpPr>
        <p:spPr>
          <a:xfrm>
            <a:off x="1333499" y="6016624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a5_g_l3" descr="Editable line; source id a5_g_l3"/>
          <p:cNvCxnSpPr/>
          <p:nvPr/>
        </p:nvCxnSpPr>
        <p:spPr>
          <a:xfrm>
            <a:off x="1333499" y="6056312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5_g_x" descr="Editable line; source id a5_g_x"/>
          <p:cNvCxnSpPr/>
          <p:nvPr/>
        </p:nvCxnSpPr>
        <p:spPr>
          <a:xfrm flipV="1">
            <a:off x="1285874" y="5873749"/>
            <a:ext cx="22225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5_t" descr="Editable text; source id a5_t"/>
          <p:cNvSpPr txBox="1"/>
          <p:nvPr/>
        </p:nvSpPr>
        <p:spPr>
          <a:xfrm>
            <a:off x="1650999" y="5841999"/>
            <a:ext cx="257174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非相关资料</a:t>
            </a:r>
          </a:p>
        </p:txBody>
      </p:sp>
      <p:sp>
        <p:nvSpPr>
          <p:cNvPr id="57" name="ax_u" descr="Editable line; source id ax_u"/>
          <p:cNvSpPr/>
          <p:nvPr/>
        </p:nvSpPr>
        <p:spPr>
          <a:xfrm>
            <a:off x="448469" y="1381125"/>
            <a:ext cx="87312" cy="2103437"/>
          </a:xfrm>
          <a:custGeom>
            <a:avLst/>
            <a:gdLst/>
            <a:ahLst/>
            <a:cxnLst/>
            <a:rect l="l" t="t" r="r" b="b"/>
            <a:pathLst>
              <a:path w="11000" h="265000">
                <a:moveTo>
                  <a:pt x="4400" y="265000"/>
                </a:moveTo>
                <a:lnTo>
                  <a:pt x="4400" y="14000"/>
                </a:lnTo>
                <a:lnTo>
                  <a:pt x="0" y="14000"/>
                </a:lnTo>
                <a:lnTo>
                  <a:pt x="5500" y="0"/>
                </a:lnTo>
                <a:lnTo>
                  <a:pt x="11000" y="14000"/>
                </a:lnTo>
                <a:lnTo>
                  <a:pt x="6600" y="14000"/>
                </a:lnTo>
                <a:lnTo>
                  <a:pt x="6600" y="265000"/>
                </a:lnTo>
                <a:close/>
              </a:path>
            </a:pathLst>
          </a:custGeom>
          <a:solidFill>
            <a:srgbClr val="27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x_d" descr="Editable line; source id ax_d"/>
          <p:cNvSpPr/>
          <p:nvPr/>
        </p:nvSpPr>
        <p:spPr>
          <a:xfrm>
            <a:off x="448469" y="4151312"/>
            <a:ext cx="87312" cy="2103437"/>
          </a:xfrm>
          <a:custGeom>
            <a:avLst/>
            <a:gdLst/>
            <a:ahLst/>
            <a:cxnLst/>
            <a:rect l="l" t="t" r="r" b="b"/>
            <a:pathLst>
              <a:path w="11000" h="265000">
                <a:moveTo>
                  <a:pt x="6600" y="0"/>
                </a:moveTo>
                <a:lnTo>
                  <a:pt x="6600" y="251000"/>
                </a:lnTo>
                <a:lnTo>
                  <a:pt x="11000" y="251000"/>
                </a:lnTo>
                <a:lnTo>
                  <a:pt x="5500" y="265000"/>
                </a:lnTo>
                <a:lnTo>
                  <a:pt x="0" y="251000"/>
                </a:lnTo>
                <a:lnTo>
                  <a:pt x="4400" y="251000"/>
                </a:lnTo>
                <a:lnTo>
                  <a:pt x="4400" y="0"/>
                </a:lnTo>
                <a:close/>
              </a:path>
            </a:pathLst>
          </a:custGeom>
          <a:solidFill>
            <a:srgbClr val="27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x_n" descr="Editable text; source id ax_n"/>
          <p:cNvSpPr txBox="1"/>
          <p:nvPr/>
        </p:nvSpPr>
        <p:spPr>
          <a:xfrm>
            <a:off x="301624" y="1095374"/>
            <a:ext cx="380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近</a:t>
            </a:r>
          </a:p>
        </p:txBody>
      </p:sp>
      <p:sp>
        <p:nvSpPr>
          <p:cNvPr id="60" name="ax_f" descr="Editable text; source id ax_f"/>
          <p:cNvSpPr txBox="1"/>
          <p:nvPr/>
        </p:nvSpPr>
        <p:spPr>
          <a:xfrm>
            <a:off x="301624" y="6254749"/>
            <a:ext cx="380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远</a:t>
            </a:r>
          </a:p>
        </p:txBody>
      </p:sp>
      <p:sp>
        <p:nvSpPr>
          <p:cNvPr id="61" name="ax_l" descr="Editable text; source id ax_l"/>
          <p:cNvSpPr txBox="1"/>
          <p:nvPr/>
        </p:nvSpPr>
        <p:spPr>
          <a:xfrm rot="16200000">
            <a:off x="-261937" y="3698874"/>
            <a:ext cx="1190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与目标相的距离</a:t>
            </a:r>
          </a:p>
        </p:txBody>
      </p:sp>
      <p:sp>
        <p:nvSpPr>
          <p:cNvPr id="62" name="led" descr="Editable shape; source id led"/>
          <p:cNvSpPr/>
          <p:nvPr/>
        </p:nvSpPr>
        <p:spPr>
          <a:xfrm>
            <a:off x="4921249" y="1190624"/>
            <a:ext cx="3032124" cy="4286249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d_b" descr="Editable shape; source id led_b"/>
          <p:cNvSpPr/>
          <p:nvPr/>
        </p:nvSpPr>
        <p:spPr>
          <a:xfrm>
            <a:off x="4921249" y="1190624"/>
            <a:ext cx="87312" cy="4286249"/>
          </a:xfrm>
          <a:prstGeom prst="roundRect">
            <a:avLst>
              <a:gd name="adj" fmla="val 27272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d_g_b" descr="Editable shape; source id led_g_b"/>
          <p:cNvSpPr/>
          <p:nvPr/>
        </p:nvSpPr>
        <p:spPr>
          <a:xfrm>
            <a:off x="5183187" y="1476374"/>
            <a:ext cx="261937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ed_g_r1" descr="Editable line; source id led_g_r1"/>
          <p:cNvCxnSpPr/>
          <p:nvPr/>
        </p:nvCxnSpPr>
        <p:spPr>
          <a:xfrm>
            <a:off x="5183187" y="155574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ed_g_r2" descr="Editable line; source id led_g_r2"/>
          <p:cNvCxnSpPr/>
          <p:nvPr/>
        </p:nvCxnSpPr>
        <p:spPr>
          <a:xfrm>
            <a:off x="5183187" y="1627187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ed_g_c1" descr="Editable line; source id led_g_c1"/>
          <p:cNvCxnSpPr/>
          <p:nvPr/>
        </p:nvCxnSpPr>
        <p:spPr>
          <a:xfrm>
            <a:off x="5270499" y="1476374"/>
            <a:ext cx="0" cy="230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ed_g_c2" descr="Editable line; source id led_g_c2"/>
          <p:cNvCxnSpPr/>
          <p:nvPr/>
        </p:nvCxnSpPr>
        <p:spPr>
          <a:xfrm>
            <a:off x="5365749" y="1476374"/>
            <a:ext cx="0" cy="230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d_t" descr="Editable text; source id led_t"/>
          <p:cNvSpPr txBox="1"/>
          <p:nvPr/>
        </p:nvSpPr>
        <p:spPr>
          <a:xfrm>
            <a:off x="5587999" y="1412874"/>
            <a:ext cx="2238374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相同实验项目下比较</a:t>
            </a:r>
          </a:p>
        </p:txBody>
      </p:sp>
      <p:sp>
        <p:nvSpPr>
          <p:cNvPr id="70" name="ledr_r0" descr="Editable shape; source id ledr_r0"/>
          <p:cNvSpPr/>
          <p:nvPr/>
        </p:nvSpPr>
        <p:spPr>
          <a:xfrm>
            <a:off x="5143499" y="1968499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dr_c0_b" descr="Editable shape; source id ledr_c0_b"/>
          <p:cNvSpPr/>
          <p:nvPr/>
        </p:nvSpPr>
        <p:spPr>
          <a:xfrm>
            <a:off x="5254624" y="2135187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ledr_c0_k_0" descr="Editable line; source id ledr_c0_k_0"/>
          <p:cNvCxnSpPr/>
          <p:nvPr/>
        </p:nvCxnSpPr>
        <p:spPr>
          <a:xfrm>
            <a:off x="5286374" y="221456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edr_c0_k_1" descr="Editable line; source id ledr_c0_k_1"/>
          <p:cNvCxnSpPr/>
          <p:nvPr/>
        </p:nvCxnSpPr>
        <p:spPr>
          <a:xfrm flipV="1">
            <a:off x="5318124" y="2174874"/>
            <a:ext cx="55563" cy="7143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ledr_x0" descr="Editable text; source id ledr_x0"/>
          <p:cNvSpPr txBox="1"/>
          <p:nvPr/>
        </p:nvSpPr>
        <p:spPr>
          <a:xfrm>
            <a:off x="5508624" y="2071687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原料与配比</a:t>
            </a:r>
          </a:p>
        </p:txBody>
      </p:sp>
      <p:sp>
        <p:nvSpPr>
          <p:cNvPr id="75" name="ledr_r1" descr="Editable shape; source id ledr_r1"/>
          <p:cNvSpPr/>
          <p:nvPr/>
        </p:nvSpPr>
        <p:spPr>
          <a:xfrm>
            <a:off x="5143499" y="2532062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edr_c1_b" descr="Editable shape; source id ledr_c1_b"/>
          <p:cNvSpPr/>
          <p:nvPr/>
        </p:nvSpPr>
        <p:spPr>
          <a:xfrm>
            <a:off x="5254624" y="2698749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ledr_c1_k_0" descr="Editable line; source id ledr_c1_k_0"/>
          <p:cNvCxnSpPr/>
          <p:nvPr/>
        </p:nvCxnSpPr>
        <p:spPr>
          <a:xfrm>
            <a:off x="5286374" y="2770187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dr_c1_k_1" descr="Editable line; source id ledr_c1_k_1"/>
          <p:cNvCxnSpPr/>
          <p:nvPr/>
        </p:nvCxnSpPr>
        <p:spPr>
          <a:xfrm flipV="1">
            <a:off x="5318124" y="2738437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dr_x1" descr="Editable text; source id ledr_x1"/>
          <p:cNvSpPr txBox="1"/>
          <p:nvPr/>
        </p:nvSpPr>
        <p:spPr>
          <a:xfrm>
            <a:off x="5508624" y="2627312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热史</a:t>
            </a:r>
          </a:p>
        </p:txBody>
      </p:sp>
      <p:sp>
        <p:nvSpPr>
          <p:cNvPr id="80" name="ledr_r2" descr="Editable shape; source id ledr_r2"/>
          <p:cNvSpPr/>
          <p:nvPr/>
        </p:nvSpPr>
        <p:spPr>
          <a:xfrm>
            <a:off x="5143499" y="3087687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dr_c2_b" descr="Editable shape; source id ledr_c2_b"/>
          <p:cNvSpPr/>
          <p:nvPr/>
        </p:nvSpPr>
        <p:spPr>
          <a:xfrm>
            <a:off x="5254624" y="3254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ledr_c2_k_0" descr="Editable line; source id ledr_c2_k_0"/>
          <p:cNvCxnSpPr/>
          <p:nvPr/>
        </p:nvCxnSpPr>
        <p:spPr>
          <a:xfrm>
            <a:off x="5286374" y="3333749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edr_c2_k_1" descr="Editable line; source id ledr_c2_k_1"/>
          <p:cNvCxnSpPr/>
          <p:nvPr/>
        </p:nvCxnSpPr>
        <p:spPr>
          <a:xfrm flipV="1">
            <a:off x="5318124" y="3294062"/>
            <a:ext cx="55563" cy="7143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edr_x2" descr="Editable text; source id ledr_x2"/>
          <p:cNvSpPr txBox="1"/>
          <p:nvPr/>
        </p:nvSpPr>
        <p:spPr>
          <a:xfrm>
            <a:off x="5508624" y="3190874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气氛</a:t>
            </a:r>
          </a:p>
        </p:txBody>
      </p:sp>
      <p:sp>
        <p:nvSpPr>
          <p:cNvPr id="85" name="ledr_r3" descr="Editable shape; source id ledr_r3"/>
          <p:cNvSpPr/>
          <p:nvPr/>
        </p:nvSpPr>
        <p:spPr>
          <a:xfrm>
            <a:off x="5143499" y="3651249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edr_c3_b" descr="Editable shape; source id ledr_c3_b"/>
          <p:cNvSpPr/>
          <p:nvPr/>
        </p:nvSpPr>
        <p:spPr>
          <a:xfrm>
            <a:off x="5254624" y="3817937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ledr_c3_k_0" descr="Editable line; source id ledr_c3_k_0"/>
          <p:cNvCxnSpPr/>
          <p:nvPr/>
        </p:nvCxnSpPr>
        <p:spPr>
          <a:xfrm>
            <a:off x="5286374" y="38973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edr_c3_k_1" descr="Editable line; source id ledr_c3_k_1"/>
          <p:cNvCxnSpPr/>
          <p:nvPr/>
        </p:nvCxnSpPr>
        <p:spPr>
          <a:xfrm flipV="1">
            <a:off x="5318124" y="3857624"/>
            <a:ext cx="55563" cy="7143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edr_x3" descr="Editable text; source id ledr_x3"/>
          <p:cNvSpPr txBox="1"/>
          <p:nvPr/>
        </p:nvSpPr>
        <p:spPr>
          <a:xfrm>
            <a:off x="5508624" y="3754437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容器与助熔剂</a:t>
            </a:r>
          </a:p>
        </p:txBody>
      </p:sp>
      <p:sp>
        <p:nvSpPr>
          <p:cNvPr id="90" name="ledr_r4" descr="Editable shape; source id ledr_r4"/>
          <p:cNvSpPr/>
          <p:nvPr/>
        </p:nvSpPr>
        <p:spPr>
          <a:xfrm>
            <a:off x="5143499" y="4214812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edr_c4_b" descr="Editable shape; source id ledr_c4_b"/>
          <p:cNvSpPr/>
          <p:nvPr/>
        </p:nvSpPr>
        <p:spPr>
          <a:xfrm>
            <a:off x="5254624" y="4381499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ledr_c4_k_0" descr="Editable line; source id ledr_c4_k_0"/>
          <p:cNvCxnSpPr/>
          <p:nvPr/>
        </p:nvCxnSpPr>
        <p:spPr>
          <a:xfrm>
            <a:off x="5286374" y="4452937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edr_c4_k_1" descr="Editable line; source id ledr_c4_k_1"/>
          <p:cNvCxnSpPr/>
          <p:nvPr/>
        </p:nvCxnSpPr>
        <p:spPr>
          <a:xfrm flipV="1">
            <a:off x="5318124" y="4421187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ledr_x4" descr="Editable text; source id ledr_x4"/>
          <p:cNvSpPr txBox="1"/>
          <p:nvPr/>
        </p:nvSpPr>
        <p:spPr>
          <a:xfrm>
            <a:off x="5508624" y="4317999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冷却与分离</a:t>
            </a:r>
          </a:p>
        </p:txBody>
      </p:sp>
      <p:sp>
        <p:nvSpPr>
          <p:cNvPr id="95" name="ledr_r5" descr="Editable shape; source id ledr_r5"/>
          <p:cNvSpPr/>
          <p:nvPr/>
        </p:nvSpPr>
        <p:spPr>
          <a:xfrm>
            <a:off x="5143499" y="4770437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edr_c5_b" descr="Editable shape; source id ledr_c5_b"/>
          <p:cNvSpPr/>
          <p:nvPr/>
        </p:nvSpPr>
        <p:spPr>
          <a:xfrm>
            <a:off x="5254624" y="493712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ledr_c5_k_0" descr="Editable line; source id ledr_c5_k_0"/>
          <p:cNvCxnSpPr/>
          <p:nvPr/>
        </p:nvCxnSpPr>
        <p:spPr>
          <a:xfrm>
            <a:off x="5286374" y="5016499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dr_c5_k_1" descr="Editable line; source id ledr_c5_k_1"/>
          <p:cNvCxnSpPr/>
          <p:nvPr/>
        </p:nvCxnSpPr>
        <p:spPr>
          <a:xfrm flipV="1">
            <a:off x="5318124" y="4976812"/>
            <a:ext cx="55563" cy="71437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ledr_x5" descr="Editable text; source id ledr_x5"/>
          <p:cNvSpPr txBox="1"/>
          <p:nvPr/>
        </p:nvSpPr>
        <p:spPr>
          <a:xfrm>
            <a:off x="5508624" y="4873624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sp>
        <p:nvSpPr>
          <p:cNvPr id="100" name="u1" descr="Editable shape; source id u1"/>
          <p:cNvSpPr/>
          <p:nvPr/>
        </p:nvSpPr>
        <p:spPr>
          <a:xfrm>
            <a:off x="8540749" y="119062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u1_b" descr="Editable shape; source id u1_b"/>
          <p:cNvSpPr/>
          <p:nvPr/>
        </p:nvSpPr>
        <p:spPr>
          <a:xfrm>
            <a:off x="8540749" y="119062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u1_g_n_0" descr="Editable line; source id u1_g_n_0"/>
          <p:cNvCxnSpPr/>
          <p:nvPr/>
        </p:nvCxnSpPr>
        <p:spPr>
          <a:xfrm>
            <a:off x="8874124" y="1508124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u1_g_n_1" descr="Editable line; source id u1_g_n_1"/>
          <p:cNvCxnSpPr/>
          <p:nvPr/>
        </p:nvCxnSpPr>
        <p:spPr>
          <a:xfrm flipH="1">
            <a:off x="8794749" y="1595437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u1_g_n_2" descr="Editable line; source id u1_g_n_2"/>
          <p:cNvCxnSpPr/>
          <p:nvPr/>
        </p:nvCxnSpPr>
        <p:spPr>
          <a:xfrm>
            <a:off x="8794749" y="1754187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u1_g_n_3" descr="Editable line; source id u1_g_n_3"/>
          <p:cNvCxnSpPr/>
          <p:nvPr/>
        </p:nvCxnSpPr>
        <p:spPr>
          <a:xfrm flipH="1" flipV="1">
            <a:off x="8937624" y="1595437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u1_g_n_4" descr="Editable line; source id u1_g_n_4"/>
          <p:cNvCxnSpPr/>
          <p:nvPr/>
        </p:nvCxnSpPr>
        <p:spPr>
          <a:xfrm flipV="1">
            <a:off x="8937624" y="1508124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u1_g_m" descr="Editable line; source id u1_g_m"/>
          <p:cNvCxnSpPr/>
          <p:nvPr/>
        </p:nvCxnSpPr>
        <p:spPr>
          <a:xfrm>
            <a:off x="8858249" y="1508124"/>
            <a:ext cx="95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u1_g_d1" descr="Editable shape; source id u1_g_d1"/>
          <p:cNvSpPr/>
          <p:nvPr/>
        </p:nvSpPr>
        <p:spPr>
          <a:xfrm>
            <a:off x="8866187" y="1682749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u1_g_d2" descr="Editable shape; source id u1_g_d2"/>
          <p:cNvSpPr/>
          <p:nvPr/>
        </p:nvSpPr>
        <p:spPr>
          <a:xfrm>
            <a:off x="8921749" y="1706562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u1_t" descr="Editable text; source id u1_t"/>
          <p:cNvSpPr txBox="1"/>
          <p:nvPr/>
        </p:nvSpPr>
        <p:spPr>
          <a:xfrm>
            <a:off x="9159874" y="147637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直接条件复现</a:t>
            </a:r>
          </a:p>
        </p:txBody>
      </p:sp>
      <p:sp>
        <p:nvSpPr>
          <p:cNvPr id="111" name="u2" descr="Editable shape; source id u2"/>
          <p:cNvSpPr/>
          <p:nvPr/>
        </p:nvSpPr>
        <p:spPr>
          <a:xfrm>
            <a:off x="8540749" y="223837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u2_b" descr="Editable shape; source id u2_b"/>
          <p:cNvSpPr/>
          <p:nvPr/>
        </p:nvSpPr>
        <p:spPr>
          <a:xfrm>
            <a:off x="8540749" y="223837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u2_g_o_0" descr="Editable line; source id u2_g_o_0"/>
          <p:cNvCxnSpPr/>
          <p:nvPr/>
        </p:nvCxnSpPr>
        <p:spPr>
          <a:xfrm>
            <a:off x="8905874" y="2547937"/>
            <a:ext cx="1270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u2_g_o_1" descr="Editable line; source id u2_g_o_1"/>
          <p:cNvCxnSpPr/>
          <p:nvPr/>
        </p:nvCxnSpPr>
        <p:spPr>
          <a:xfrm flipH="1">
            <a:off x="8977312" y="2635249"/>
            <a:ext cx="55562" cy="166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u2_g_o_2" descr="Editable line; source id u2_g_o_2"/>
          <p:cNvCxnSpPr/>
          <p:nvPr/>
        </p:nvCxnSpPr>
        <p:spPr>
          <a:xfrm flipH="1">
            <a:off x="8834437" y="2801937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u2_g_o_3" descr="Editable line; source id u2_g_o_3"/>
          <p:cNvCxnSpPr/>
          <p:nvPr/>
        </p:nvCxnSpPr>
        <p:spPr>
          <a:xfrm flipH="1" flipV="1">
            <a:off x="8778874" y="2635249"/>
            <a:ext cx="55563" cy="166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u2_g_o_4" descr="Editable line; source id u2_g_o_4"/>
          <p:cNvCxnSpPr/>
          <p:nvPr/>
        </p:nvCxnSpPr>
        <p:spPr>
          <a:xfrm flipV="1">
            <a:off x="8778874" y="2547937"/>
            <a:ext cx="1270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u2_g_a" descr="Editable line; source id u2_g_a"/>
          <p:cNvCxnSpPr/>
          <p:nvPr/>
        </p:nvCxnSpPr>
        <p:spPr>
          <a:xfrm>
            <a:off x="8905874" y="2547937"/>
            <a:ext cx="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u2_g_b" descr="Editable line; source id u2_g_b"/>
          <p:cNvCxnSpPr/>
          <p:nvPr/>
        </p:nvCxnSpPr>
        <p:spPr>
          <a:xfrm>
            <a:off x="8778874" y="2635249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u2_t" descr="Editable text; source id u2_t"/>
          <p:cNvSpPr txBox="1"/>
          <p:nvPr/>
        </p:nvSpPr>
        <p:spPr>
          <a:xfrm>
            <a:off x="9159874" y="252412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谱系内相图与结构比较</a:t>
            </a:r>
          </a:p>
        </p:txBody>
      </p:sp>
      <p:sp>
        <p:nvSpPr>
          <p:cNvPr id="121" name="u3" descr="Editable shape; source id u3"/>
          <p:cNvSpPr/>
          <p:nvPr/>
        </p:nvSpPr>
        <p:spPr>
          <a:xfrm>
            <a:off x="8540749" y="328612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u3_b" descr="Editable shape; source id u3_b"/>
          <p:cNvSpPr/>
          <p:nvPr/>
        </p:nvSpPr>
        <p:spPr>
          <a:xfrm>
            <a:off x="8540749" y="328612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u3_g_p" descr="Editable line; source id u3_g_p"/>
          <p:cNvCxnSpPr/>
          <p:nvPr/>
        </p:nvCxnSpPr>
        <p:spPr>
          <a:xfrm>
            <a:off x="8905874" y="3619499"/>
            <a:ext cx="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u3_g_b" descr="Editable line; source id u3_g_b"/>
          <p:cNvCxnSpPr/>
          <p:nvPr/>
        </p:nvCxnSpPr>
        <p:spPr>
          <a:xfrm>
            <a:off x="8794749" y="3659187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u3_g_l_0" descr="Editable line; source id u3_g_l_0"/>
          <p:cNvCxnSpPr/>
          <p:nvPr/>
        </p:nvCxnSpPr>
        <p:spPr>
          <a:xfrm flipH="1">
            <a:off x="876299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u3_g_l_1" descr="Editable line; source id u3_g_l_1"/>
          <p:cNvCxnSpPr/>
          <p:nvPr/>
        </p:nvCxnSpPr>
        <p:spPr>
          <a:xfrm>
            <a:off x="8762999" y="373062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u3_g_l_2" descr="Editable line; source id u3_g_l_2"/>
          <p:cNvCxnSpPr/>
          <p:nvPr/>
        </p:nvCxnSpPr>
        <p:spPr>
          <a:xfrm flipH="1" flipV="1">
            <a:off x="879474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u3_g_r_0" descr="Editable line; source id u3_g_r_0"/>
          <p:cNvCxnSpPr/>
          <p:nvPr/>
        </p:nvCxnSpPr>
        <p:spPr>
          <a:xfrm flipH="1">
            <a:off x="898524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u3_g_r_1" descr="Editable line; source id u3_g_r_1"/>
          <p:cNvCxnSpPr/>
          <p:nvPr/>
        </p:nvCxnSpPr>
        <p:spPr>
          <a:xfrm>
            <a:off x="8985249" y="373062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u3_g_r_2" descr="Editable line; source id u3_g_r_2"/>
          <p:cNvCxnSpPr/>
          <p:nvPr/>
        </p:nvCxnSpPr>
        <p:spPr>
          <a:xfrm flipH="1" flipV="1">
            <a:off x="9016999" y="3659187"/>
            <a:ext cx="3175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u3_g_f" descr="Editable line; source id u3_g_f"/>
          <p:cNvCxnSpPr/>
          <p:nvPr/>
        </p:nvCxnSpPr>
        <p:spPr>
          <a:xfrm>
            <a:off x="8842374" y="3841749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u3_t" descr="Editable text; source id u3_t"/>
          <p:cNvSpPr txBox="1"/>
          <p:nvPr/>
        </p:nvSpPr>
        <p:spPr>
          <a:xfrm>
            <a:off x="9159874" y="357187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方法与变量结构</a:t>
            </a:r>
          </a:p>
        </p:txBody>
      </p:sp>
      <p:sp>
        <p:nvSpPr>
          <p:cNvPr id="133" name="cav" descr="Editable shape; source id cav"/>
          <p:cNvSpPr/>
          <p:nvPr/>
        </p:nvSpPr>
        <p:spPr>
          <a:xfrm>
            <a:off x="9255124" y="4603749"/>
            <a:ext cx="1825624" cy="3174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av_t" descr="Editable text; source id cav_t"/>
          <p:cNvSpPr txBox="1"/>
          <p:nvPr/>
        </p:nvSpPr>
        <p:spPr>
          <a:xfrm>
            <a:off x="9334499" y="4635499"/>
            <a:ext cx="16668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近邻条件</a:t>
            </a:r>
            <a:r>
              <a:rPr sz="11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已验证配方</a:t>
            </a:r>
          </a:p>
        </p:txBody>
      </p:sp>
      <p:sp>
        <p:nvSpPr>
          <p:cNvPr id="135" name="u4" descr="Editable shape; source id u4"/>
          <p:cNvSpPr/>
          <p:nvPr/>
        </p:nvSpPr>
        <p:spPr>
          <a:xfrm>
            <a:off x="8540749" y="5556249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u4_g_o" descr="Editable shape; source id u4_g_o"/>
          <p:cNvSpPr/>
          <p:nvPr/>
        </p:nvSpPr>
        <p:spPr>
          <a:xfrm>
            <a:off x="8810624" y="5905499"/>
            <a:ext cx="190499" cy="190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u4_g_i" descr="Editable shape; source id u4_g_i"/>
          <p:cNvSpPr/>
          <p:nvPr/>
        </p:nvSpPr>
        <p:spPr>
          <a:xfrm>
            <a:off x="8874124" y="5968999"/>
            <a:ext cx="63499" cy="63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u4_g_t506" descr="Editable line; source id u4_g_t506"/>
          <p:cNvCxnSpPr/>
          <p:nvPr/>
        </p:nvCxnSpPr>
        <p:spPr>
          <a:xfrm>
            <a:off x="8905874" y="5857874"/>
            <a:ext cx="0" cy="55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u4_g_t5078" descr="Editable line; source id u4_g_t5078"/>
          <p:cNvCxnSpPr/>
          <p:nvPr/>
        </p:nvCxnSpPr>
        <p:spPr>
          <a:xfrm>
            <a:off x="8905874" y="6088062"/>
            <a:ext cx="0" cy="55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u4_g_t650" descr="Editable line; source id u4_g_t650"/>
          <p:cNvCxnSpPr/>
          <p:nvPr/>
        </p:nvCxnSpPr>
        <p:spPr>
          <a:xfrm>
            <a:off x="8762999" y="600074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u4_g_t7850" descr="Editable line; source id u4_g_t7850"/>
          <p:cNvCxnSpPr/>
          <p:nvPr/>
        </p:nvCxnSpPr>
        <p:spPr>
          <a:xfrm>
            <a:off x="8993187" y="6000749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u4_t" descr="Editable text; source id u4_t"/>
          <p:cNvSpPr txBox="1"/>
          <p:nvPr/>
        </p:nvSpPr>
        <p:spPr>
          <a:xfrm>
            <a:off x="9159874" y="5841999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划定研究范围</a:t>
            </a:r>
          </a:p>
        </p:txBody>
      </p:sp>
      <p:cxnSp>
        <p:nvCxnSpPr>
          <p:cNvPr id="143" name="br_a1_0" descr="Editable line; source id br_a1_0"/>
          <p:cNvCxnSpPr/>
          <p:nvPr/>
        </p:nvCxnSpPr>
        <p:spPr>
          <a:xfrm>
            <a:off x="4397374" y="1595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br_a2_0" descr="Editable line; source id br_a2_0"/>
          <p:cNvCxnSpPr/>
          <p:nvPr/>
        </p:nvCxnSpPr>
        <p:spPr>
          <a:xfrm>
            <a:off x="4397374" y="2484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br_a3_0" descr="Editable line; source id br_a3_0"/>
          <p:cNvCxnSpPr/>
          <p:nvPr/>
        </p:nvCxnSpPr>
        <p:spPr>
          <a:xfrm>
            <a:off x="4397374" y="3373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br_a4_0" descr="Editable line; source id br_a4_0"/>
          <p:cNvCxnSpPr/>
          <p:nvPr/>
        </p:nvCxnSpPr>
        <p:spPr>
          <a:xfrm>
            <a:off x="4397374" y="4262437"/>
            <a:ext cx="2381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brv_0" descr="Editable line; source id brv_0"/>
          <p:cNvCxnSpPr/>
          <p:nvPr/>
        </p:nvCxnSpPr>
        <p:spPr>
          <a:xfrm>
            <a:off x="4635499" y="1595437"/>
            <a:ext cx="0" cy="26670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brh_0" descr="Editable line; source id brh_0"/>
          <p:cNvSpPr/>
          <p:nvPr/>
        </p:nvSpPr>
        <p:spPr>
          <a:xfrm>
            <a:off x="4635500" y="2881312"/>
            <a:ext cx="254000" cy="95250"/>
          </a:xfrm>
          <a:custGeom>
            <a:avLst/>
            <a:gdLst/>
            <a:ahLst/>
            <a:cxnLst/>
            <a:rect l="l" t="t" r="r" b="b"/>
            <a:pathLst>
              <a:path w="32000" h="12000">
                <a:moveTo>
                  <a:pt x="0" y="4750"/>
                </a:moveTo>
                <a:lnTo>
                  <a:pt x="17000" y="4750"/>
                </a:lnTo>
                <a:lnTo>
                  <a:pt x="17000" y="0"/>
                </a:lnTo>
                <a:lnTo>
                  <a:pt x="32000" y="6000"/>
                </a:lnTo>
                <a:lnTo>
                  <a:pt x="17000" y="12000"/>
                </a:lnTo>
                <a:lnTo>
                  <a:pt x="1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fan0_0" descr="Editable line; source id fan0_0"/>
          <p:cNvCxnSpPr/>
          <p:nvPr/>
        </p:nvCxnSpPr>
        <p:spPr>
          <a:xfrm>
            <a:off x="7985124" y="3333749"/>
            <a:ext cx="19050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anv_0" descr="Editable line; source id fanv_0"/>
          <p:cNvCxnSpPr/>
          <p:nvPr/>
        </p:nvCxnSpPr>
        <p:spPr>
          <a:xfrm>
            <a:off x="8175624" y="1635124"/>
            <a:ext cx="0" cy="20955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an1_0" descr="Editable line; source id fan1_0"/>
          <p:cNvSpPr/>
          <p:nvPr/>
        </p:nvSpPr>
        <p:spPr>
          <a:xfrm>
            <a:off x="8175625" y="158750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an2_0" descr="Editable line; source id fan2_0"/>
          <p:cNvSpPr/>
          <p:nvPr/>
        </p:nvSpPr>
        <p:spPr>
          <a:xfrm>
            <a:off x="8175625" y="263525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an3_0" descr="Editable line; source id fan3_0"/>
          <p:cNvSpPr/>
          <p:nvPr/>
        </p:nvSpPr>
        <p:spPr>
          <a:xfrm>
            <a:off x="8175625" y="368300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ex_0" descr="Editable line; source id ex_0"/>
          <p:cNvCxnSpPr/>
          <p:nvPr/>
        </p:nvCxnSpPr>
        <p:spPr>
          <a:xfrm>
            <a:off x="4397374" y="6000749"/>
            <a:ext cx="4111625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ex_p" descr="Editable shape; source id ex_p"/>
          <p:cNvSpPr/>
          <p:nvPr/>
        </p:nvSpPr>
        <p:spPr>
          <a:xfrm>
            <a:off x="6159499" y="5841999"/>
            <a:ext cx="587374" cy="317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x_p_t" descr="Editable text; source id ex_p_t"/>
          <p:cNvSpPr txBox="1"/>
          <p:nvPr/>
        </p:nvSpPr>
        <p:spPr>
          <a:xfrm>
            <a:off x="6238874" y="5873749"/>
            <a:ext cx="428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排除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