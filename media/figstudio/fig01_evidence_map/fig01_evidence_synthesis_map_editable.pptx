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999" cy="8127999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图 1 不同文献对目标化合物合成研究的适用范围（第五轮 F02 嵌套容器 → super_img2ppt 重建）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zL" descr="Editable shape; source id zL"/>
          <p:cNvSpPr/>
          <p:nvPr/>
        </p:nvSpPr>
        <p:spPr>
          <a:xfrm>
            <a:off x="873124" y="396874"/>
            <a:ext cx="3667124" cy="6397624"/>
          </a:xfrm>
          <a:prstGeom prst="roundRect">
            <a:avLst>
              <a:gd name="adj" fmla="val 3030"/>
            </a:avLst>
          </a:prstGeom>
          <a:solidFill>
            <a:srgbClr val="EEF2F7"/>
          </a:solidFill>
          <a:ln w="9524">
            <a:solidFill>
              <a:srgbClr val="5B759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zL_l" descr="Editable text; source id zL_l"/>
          <p:cNvSpPr txBox="1"/>
          <p:nvPr/>
        </p:nvSpPr>
        <p:spPr>
          <a:xfrm>
            <a:off x="1015999" y="476249"/>
            <a:ext cx="1063624" cy="35718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2359"/>
              </a:lnSpc>
              <a:spcBef>
                <a:spcPts val="0"/>
              </a:spcBef>
              <a:spcAft>
                <a:spcPts val="0"/>
              </a:spcAft>
              <a:defRPr sz="1624" b="1" i="0" lang="zh-CN" dirty="0">
                <a:solidFill>
                  <a:srgbClr val="2B3E5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24" b="1" i="0" lang="zh-CN" dirty="0">
                <a:solidFill>
                  <a:srgbClr val="2B3E57"/>
                </a:solidFill>
                <a:latin typeface="Noto Sans CJK SC"/>
                <a:ea typeface="Noto Sans CJK SC"/>
                <a:cs typeface="Noto Sans CJK SC"/>
              </a:rPr>
              <a:t>文献证据</a:t>
            </a:r>
          </a:p>
        </p:txBody>
      </p:sp>
      <p:sp>
        <p:nvSpPr>
          <p:cNvPr id="4" name="zE" descr="Editable shape; source id zE"/>
          <p:cNvSpPr/>
          <p:nvPr/>
        </p:nvSpPr>
        <p:spPr>
          <a:xfrm>
            <a:off x="4698999" y="396874"/>
            <a:ext cx="3492499" cy="6397624"/>
          </a:xfrm>
          <a:prstGeom prst="roundRect">
            <a:avLst>
              <a:gd name="adj" fmla="val 3181"/>
            </a:avLst>
          </a:prstGeom>
          <a:solidFill>
            <a:srgbClr val="E6F2F3"/>
          </a:solidFill>
          <a:ln w="9524">
            <a:solidFill>
              <a:srgbClr val="1F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zE_l" descr="Editable text; source id zE_l"/>
          <p:cNvSpPr txBox="1"/>
          <p:nvPr/>
        </p:nvSpPr>
        <p:spPr>
          <a:xfrm>
            <a:off x="4841874" y="476249"/>
            <a:ext cx="1063624" cy="35718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2359"/>
              </a:lnSpc>
              <a:spcBef>
                <a:spcPts val="0"/>
              </a:spcBef>
              <a:spcAft>
                <a:spcPts val="0"/>
              </a:spcAft>
              <a:defRPr sz="1624" b="1" i="0" lang="zh-CN" dirty="0">
                <a:solidFill>
                  <a:srgbClr val="0F4F5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24" b="1" i="0" lang="zh-CN" dirty="0">
                <a:solidFill>
                  <a:srgbClr val="0F4F58"/>
                </a:solidFill>
                <a:latin typeface="Noto Sans CJK SC"/>
                <a:ea typeface="Noto Sans CJK SC"/>
                <a:cs typeface="Noto Sans CJK SC"/>
              </a:rPr>
              <a:t>实验方法</a:t>
            </a:r>
          </a:p>
        </p:txBody>
      </p:sp>
      <p:sp>
        <p:nvSpPr>
          <p:cNvPr id="6" name="zQ" descr="Editable shape; source id zQ"/>
          <p:cNvSpPr/>
          <p:nvPr/>
        </p:nvSpPr>
        <p:spPr>
          <a:xfrm>
            <a:off x="8350249" y="396874"/>
            <a:ext cx="3635374" cy="6397624"/>
          </a:xfrm>
          <a:prstGeom prst="roundRect">
            <a:avLst>
              <a:gd name="adj" fmla="val 3056"/>
            </a:avLst>
          </a:prstGeom>
          <a:solidFill>
            <a:srgbClr val="FFF6E3"/>
          </a:solidFill>
          <a:ln w="9524">
            <a:solidFill>
              <a:srgbClr val="C48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zQ_l" descr="Editable text; source id zQ_l"/>
          <p:cNvSpPr txBox="1"/>
          <p:nvPr/>
        </p:nvSpPr>
        <p:spPr>
          <a:xfrm>
            <a:off x="8493124" y="476249"/>
            <a:ext cx="1476374" cy="35718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2359"/>
              </a:lnSpc>
              <a:spcBef>
                <a:spcPts val="0"/>
              </a:spcBef>
              <a:spcAft>
                <a:spcPts val="0"/>
              </a:spcAft>
              <a:defRPr sz="1624" b="1" i="0" lang="zh-CN" dirty="0">
                <a:solidFill>
                  <a:srgbClr val="7A541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24" b="1" i="0" lang="zh-CN" dirty="0">
                <a:solidFill>
                  <a:srgbClr val="7A5410"/>
                </a:solidFill>
                <a:latin typeface="Noto Sans CJK SC"/>
                <a:ea typeface="Noto Sans CJK SC"/>
                <a:cs typeface="Noto Sans CJK SC"/>
              </a:rPr>
              <a:t>可回答的问题</a:t>
            </a:r>
          </a:p>
        </p:txBody>
      </p:sp>
      <p:sp>
        <p:nvSpPr>
          <p:cNvPr id="8" name="a1" descr="Editable shape; source id a1"/>
          <p:cNvSpPr/>
          <p:nvPr/>
        </p:nvSpPr>
        <p:spPr>
          <a:xfrm>
            <a:off x="1031874" y="1190624"/>
            <a:ext cx="3333749" cy="809624"/>
          </a:xfrm>
          <a:prstGeom prst="roundRect">
            <a:avLst>
              <a:gd name="adj" fmla="val 8823"/>
            </a:avLst>
          </a:prstGeom>
          <a:solidFill>
            <a:srgbClr val="FFFFFF"/>
          </a:solidFill>
          <a:ln w="11112">
            <a:solidFill>
              <a:srgbClr val="5B759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a1_b" descr="Editable shape; source id a1_b"/>
          <p:cNvSpPr/>
          <p:nvPr/>
        </p:nvSpPr>
        <p:spPr>
          <a:xfrm>
            <a:off x="1031874" y="1190624"/>
            <a:ext cx="63499" cy="809624"/>
          </a:xfrm>
          <a:prstGeom prst="roundRect">
            <a:avLst>
              <a:gd name="adj" fmla="val 37500"/>
            </a:avLst>
          </a:prstGeom>
          <a:solidFill>
            <a:srgbClr val="5B75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a1_g_s0" descr="Editable shape; source id a1_g_s0"/>
          <p:cNvSpPr/>
          <p:nvPr/>
        </p:nvSpPr>
        <p:spPr>
          <a:xfrm>
            <a:off x="1277937" y="1484312"/>
            <a:ext cx="150812" cy="230187"/>
          </a:xfrm>
          <a:prstGeom prst="rect">
            <a:avLst/>
          </a:prstGeom>
          <a:noFill/>
          <a:ln w="7937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a1_g_l1" descr="Editable line; source id a1_g_l1"/>
          <p:cNvCxnSpPr/>
          <p:nvPr/>
        </p:nvCxnSpPr>
        <p:spPr>
          <a:xfrm>
            <a:off x="1317624" y="1563687"/>
            <a:ext cx="103188" cy="0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a1_g_l2" descr="Editable line; source id a1_g_l2"/>
          <p:cNvCxnSpPr/>
          <p:nvPr/>
        </p:nvCxnSpPr>
        <p:spPr>
          <a:xfrm>
            <a:off x="1317624" y="1611312"/>
            <a:ext cx="103188" cy="0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a1_g_l3" descr="Editable line; source id a1_g_l3"/>
          <p:cNvCxnSpPr/>
          <p:nvPr/>
        </p:nvCxnSpPr>
        <p:spPr>
          <a:xfrm>
            <a:off x="1317624" y="1650999"/>
            <a:ext cx="71438" cy="0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a1_t" descr="Editable text; source id a1_t"/>
          <p:cNvSpPr txBox="1"/>
          <p:nvPr/>
        </p:nvSpPr>
        <p:spPr>
          <a:xfrm>
            <a:off x="1635124" y="1428749"/>
            <a:ext cx="2603499" cy="32543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2187"/>
              </a:lnSpc>
              <a:spcBef>
                <a:spcPts val="0"/>
              </a:spcBef>
              <a:spcAft>
                <a:spcPts val="0"/>
              </a:spcAft>
              <a:defRPr sz="1499" b="1" i="0" lang="zh-CN" dirty="0">
                <a:solidFill>
                  <a:srgbClr val="2B3E5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99" b="1" i="0" lang="zh-CN" dirty="0">
                <a:solidFill>
                  <a:srgbClr val="2B3E57"/>
                </a:solidFill>
                <a:latin typeface="Noto Sans CJK SC"/>
                <a:ea typeface="Noto Sans CJK SC"/>
                <a:cs typeface="Noto Sans CJK SC"/>
              </a:rPr>
              <a:t>目标化合物直接报道</a:t>
            </a:r>
          </a:p>
        </p:txBody>
      </p:sp>
      <p:sp>
        <p:nvSpPr>
          <p:cNvPr id="15" name="a2" descr="Editable shape; source id a2"/>
          <p:cNvSpPr/>
          <p:nvPr/>
        </p:nvSpPr>
        <p:spPr>
          <a:xfrm>
            <a:off x="1031874" y="2079624"/>
            <a:ext cx="3333749" cy="809624"/>
          </a:xfrm>
          <a:prstGeom prst="roundRect">
            <a:avLst>
              <a:gd name="adj" fmla="val 8823"/>
            </a:avLst>
          </a:prstGeom>
          <a:solidFill>
            <a:srgbClr val="FFFFFF"/>
          </a:solidFill>
          <a:ln w="11112">
            <a:solidFill>
              <a:srgbClr val="5B759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a2_b" descr="Editable shape; source id a2_b"/>
          <p:cNvSpPr/>
          <p:nvPr/>
        </p:nvSpPr>
        <p:spPr>
          <a:xfrm>
            <a:off x="1031874" y="2079624"/>
            <a:ext cx="63499" cy="809624"/>
          </a:xfrm>
          <a:prstGeom prst="roundRect">
            <a:avLst>
              <a:gd name="adj" fmla="val 37500"/>
            </a:avLst>
          </a:prstGeom>
          <a:solidFill>
            <a:srgbClr val="5B75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a2_g_o_0" descr="Editable line; source id a2_g_o_0"/>
          <p:cNvCxnSpPr/>
          <p:nvPr/>
        </p:nvCxnSpPr>
        <p:spPr>
          <a:xfrm>
            <a:off x="1381124" y="2349499"/>
            <a:ext cx="127000" cy="87313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a2_g_o_1" descr="Editable line; source id a2_g_o_1"/>
          <p:cNvCxnSpPr/>
          <p:nvPr/>
        </p:nvCxnSpPr>
        <p:spPr>
          <a:xfrm flipH="1">
            <a:off x="1452562" y="2436812"/>
            <a:ext cx="55562" cy="166687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a2_g_o_2" descr="Editable line; source id a2_g_o_2"/>
          <p:cNvCxnSpPr/>
          <p:nvPr/>
        </p:nvCxnSpPr>
        <p:spPr>
          <a:xfrm flipH="1">
            <a:off x="1309687" y="2603499"/>
            <a:ext cx="142875" cy="0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a2_g_o_3" descr="Editable line; source id a2_g_o_3"/>
          <p:cNvCxnSpPr/>
          <p:nvPr/>
        </p:nvCxnSpPr>
        <p:spPr>
          <a:xfrm flipH="1" flipV="1">
            <a:off x="1254124" y="2436812"/>
            <a:ext cx="55563" cy="166687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a2_g_o_4" descr="Editable line; source id a2_g_o_4"/>
          <p:cNvCxnSpPr/>
          <p:nvPr/>
        </p:nvCxnSpPr>
        <p:spPr>
          <a:xfrm flipV="1">
            <a:off x="1254124" y="2349499"/>
            <a:ext cx="127000" cy="87313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a2_g_a" descr="Editable line; source id a2_g_a"/>
          <p:cNvCxnSpPr/>
          <p:nvPr/>
        </p:nvCxnSpPr>
        <p:spPr>
          <a:xfrm>
            <a:off x="1381124" y="2349499"/>
            <a:ext cx="0" cy="254000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a2_g_b" descr="Editable line; source id a2_g_b"/>
          <p:cNvCxnSpPr/>
          <p:nvPr/>
        </p:nvCxnSpPr>
        <p:spPr>
          <a:xfrm>
            <a:off x="1254124" y="2436812"/>
            <a:ext cx="254000" cy="0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a2_t" descr="Editable text; source id a2_t"/>
          <p:cNvSpPr txBox="1"/>
          <p:nvPr/>
        </p:nvSpPr>
        <p:spPr>
          <a:xfrm>
            <a:off x="1635124" y="2317749"/>
            <a:ext cx="2603499" cy="32543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2187"/>
              </a:lnSpc>
              <a:spcBef>
                <a:spcPts val="0"/>
              </a:spcBef>
              <a:spcAft>
                <a:spcPts val="0"/>
              </a:spcAft>
              <a:defRPr sz="1499" b="1" i="0" lang="zh-CN" dirty="0">
                <a:solidFill>
                  <a:srgbClr val="2B3E5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99" b="1" i="0" lang="zh-CN" dirty="0">
                <a:solidFill>
                  <a:srgbClr val="2B3E57"/>
                </a:solidFill>
                <a:latin typeface="Noto Sans CJK SC"/>
                <a:ea typeface="Noto Sans CJK SC"/>
                <a:cs typeface="Noto Sans CJK SC"/>
              </a:rPr>
              <a:t>同类</a:t>
            </a:r>
            <a:r>
              <a:rPr sz="1499" b="1" i="0" lang="zh-CN" dirty="0">
                <a:solidFill>
                  <a:srgbClr val="2B3E57"/>
                </a:solidFill>
                <a:latin typeface="DejaVu Sans"/>
                <a:ea typeface="DejaVu Sans"/>
                <a:cs typeface="DejaVu Sans"/>
              </a:rPr>
              <a:t> Ba–Y </a:t>
            </a:r>
            <a:r>
              <a:rPr sz="1499" b="1" i="0" lang="zh-CN" dirty="0">
                <a:solidFill>
                  <a:srgbClr val="2B3E57"/>
                </a:solidFill>
                <a:latin typeface="Noto Sans CJK SC"/>
                <a:ea typeface="Noto Sans CJK SC"/>
                <a:cs typeface="Noto Sans CJK SC"/>
              </a:rPr>
              <a:t>四方硅酸盐</a:t>
            </a:r>
          </a:p>
        </p:txBody>
      </p:sp>
      <p:sp>
        <p:nvSpPr>
          <p:cNvPr id="25" name="a3" descr="Editable shape; source id a3"/>
          <p:cNvSpPr/>
          <p:nvPr/>
        </p:nvSpPr>
        <p:spPr>
          <a:xfrm>
            <a:off x="1031874" y="2968624"/>
            <a:ext cx="3333749" cy="809624"/>
          </a:xfrm>
          <a:prstGeom prst="roundRect">
            <a:avLst>
              <a:gd name="adj" fmla="val 8823"/>
            </a:avLst>
          </a:prstGeom>
          <a:solidFill>
            <a:srgbClr val="FFFFFF"/>
          </a:solidFill>
          <a:ln w="11112">
            <a:solidFill>
              <a:srgbClr val="5B759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a3_b" descr="Editable shape; source id a3_b"/>
          <p:cNvSpPr/>
          <p:nvPr/>
        </p:nvSpPr>
        <p:spPr>
          <a:xfrm>
            <a:off x="1031874" y="2968624"/>
            <a:ext cx="63499" cy="809624"/>
          </a:xfrm>
          <a:prstGeom prst="roundRect">
            <a:avLst>
              <a:gd name="adj" fmla="val 37500"/>
            </a:avLst>
          </a:prstGeom>
          <a:solidFill>
            <a:srgbClr val="5B75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a3_g_h0" descr="Editable line; source id a3_g_h0"/>
          <p:cNvCxnSpPr/>
          <p:nvPr/>
        </p:nvCxnSpPr>
        <p:spPr>
          <a:xfrm>
            <a:off x="1277937" y="3270249"/>
            <a:ext cx="206375" cy="0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a3_g_v0" descr="Editable line; source id a3_g_v0"/>
          <p:cNvCxnSpPr/>
          <p:nvPr/>
        </p:nvCxnSpPr>
        <p:spPr>
          <a:xfrm>
            <a:off x="1277937" y="3270249"/>
            <a:ext cx="0" cy="206375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a3_g_h1" descr="Editable line; source id a3_g_h1"/>
          <p:cNvCxnSpPr/>
          <p:nvPr/>
        </p:nvCxnSpPr>
        <p:spPr>
          <a:xfrm>
            <a:off x="1277937" y="3373437"/>
            <a:ext cx="206375" cy="0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a3_g_v1" descr="Editable line; source id a3_g_v1"/>
          <p:cNvCxnSpPr/>
          <p:nvPr/>
        </p:nvCxnSpPr>
        <p:spPr>
          <a:xfrm>
            <a:off x="1381124" y="3270249"/>
            <a:ext cx="0" cy="206375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a3_g_h2" descr="Editable line; source id a3_g_h2"/>
          <p:cNvCxnSpPr/>
          <p:nvPr/>
        </p:nvCxnSpPr>
        <p:spPr>
          <a:xfrm>
            <a:off x="1277937" y="3476624"/>
            <a:ext cx="206375" cy="0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a3_g_v2" descr="Editable line; source id a3_g_v2"/>
          <p:cNvCxnSpPr/>
          <p:nvPr/>
        </p:nvCxnSpPr>
        <p:spPr>
          <a:xfrm>
            <a:off x="1484312" y="3270249"/>
            <a:ext cx="0" cy="206375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a3_g_d00" descr="Editable shape; source id a3_g_d00"/>
          <p:cNvSpPr/>
          <p:nvPr/>
        </p:nvSpPr>
        <p:spPr>
          <a:xfrm>
            <a:off x="1254124" y="3246437"/>
            <a:ext cx="47624" cy="4762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a3_g_d01" descr="Editable shape; source id a3_g_d01"/>
          <p:cNvSpPr/>
          <p:nvPr/>
        </p:nvSpPr>
        <p:spPr>
          <a:xfrm>
            <a:off x="1254124" y="3349624"/>
            <a:ext cx="47624" cy="4762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a3_g_d02" descr="Editable shape; source id a3_g_d02"/>
          <p:cNvSpPr/>
          <p:nvPr/>
        </p:nvSpPr>
        <p:spPr>
          <a:xfrm>
            <a:off x="1254124" y="3452812"/>
            <a:ext cx="47624" cy="4762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a3_g_d10" descr="Editable shape; source id a3_g_d10"/>
          <p:cNvSpPr/>
          <p:nvPr/>
        </p:nvSpPr>
        <p:spPr>
          <a:xfrm>
            <a:off x="1357312" y="3246437"/>
            <a:ext cx="47624" cy="4762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a3_g_d11" descr="Editable shape; source id a3_g_d11"/>
          <p:cNvSpPr/>
          <p:nvPr/>
        </p:nvSpPr>
        <p:spPr>
          <a:xfrm>
            <a:off x="1357312" y="3349624"/>
            <a:ext cx="47624" cy="47624"/>
          </a:xfrm>
          <a:prstGeom prst="ellipse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a3_g_d12" descr="Editable shape; source id a3_g_d12"/>
          <p:cNvSpPr/>
          <p:nvPr/>
        </p:nvSpPr>
        <p:spPr>
          <a:xfrm>
            <a:off x="1357312" y="3452812"/>
            <a:ext cx="47624" cy="4762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a3_g_d20" descr="Editable shape; source id a3_g_d20"/>
          <p:cNvSpPr/>
          <p:nvPr/>
        </p:nvSpPr>
        <p:spPr>
          <a:xfrm>
            <a:off x="1460499" y="3246437"/>
            <a:ext cx="47624" cy="4762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a3_g_d21" descr="Editable shape; source id a3_g_d21"/>
          <p:cNvSpPr/>
          <p:nvPr/>
        </p:nvSpPr>
        <p:spPr>
          <a:xfrm>
            <a:off x="1460499" y="3349624"/>
            <a:ext cx="47624" cy="4762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a3_g_d22" descr="Editable shape; source id a3_g_d22"/>
          <p:cNvSpPr/>
          <p:nvPr/>
        </p:nvSpPr>
        <p:spPr>
          <a:xfrm>
            <a:off x="1460499" y="3452812"/>
            <a:ext cx="47624" cy="4762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a3_t" descr="Editable text; source id a3_t"/>
          <p:cNvSpPr txBox="1"/>
          <p:nvPr/>
        </p:nvSpPr>
        <p:spPr>
          <a:xfrm>
            <a:off x="1635124" y="3206749"/>
            <a:ext cx="2603499" cy="32543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2187"/>
              </a:lnSpc>
              <a:spcBef>
                <a:spcPts val="0"/>
              </a:spcBef>
              <a:spcAft>
                <a:spcPts val="0"/>
              </a:spcAft>
              <a:defRPr sz="1499" b="1" i="0" lang="zh-CN" dirty="0">
                <a:solidFill>
                  <a:srgbClr val="2B3E5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99" b="1" i="0" lang="zh-CN" dirty="0">
                <a:solidFill>
                  <a:srgbClr val="2B3E57"/>
                </a:solidFill>
                <a:latin typeface="Noto Sans CJK SC"/>
                <a:ea typeface="Noto Sans CJK SC"/>
                <a:cs typeface="Noto Sans CJK SC"/>
              </a:rPr>
              <a:t>结构相关化合物</a:t>
            </a:r>
          </a:p>
        </p:txBody>
      </p:sp>
      <p:sp>
        <p:nvSpPr>
          <p:cNvPr id="43" name="a4" descr="Editable shape; source id a4"/>
          <p:cNvSpPr/>
          <p:nvPr/>
        </p:nvSpPr>
        <p:spPr>
          <a:xfrm>
            <a:off x="1031874" y="3857624"/>
            <a:ext cx="3333749" cy="809624"/>
          </a:xfrm>
          <a:prstGeom prst="roundRect">
            <a:avLst>
              <a:gd name="adj" fmla="val 8823"/>
            </a:avLst>
          </a:prstGeom>
          <a:solidFill>
            <a:srgbClr val="FFFFFF"/>
          </a:solidFill>
          <a:ln w="11112">
            <a:solidFill>
              <a:srgbClr val="5B759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a4_b" descr="Editable shape; source id a4_b"/>
          <p:cNvSpPr/>
          <p:nvPr/>
        </p:nvSpPr>
        <p:spPr>
          <a:xfrm>
            <a:off x="1031874" y="3857624"/>
            <a:ext cx="63499" cy="809624"/>
          </a:xfrm>
          <a:prstGeom prst="roundRect">
            <a:avLst>
              <a:gd name="adj" fmla="val 37500"/>
            </a:avLst>
          </a:prstGeom>
          <a:solidFill>
            <a:srgbClr val="5B75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" name="a4_g_b_0" descr="Editable line; source id a4_g_b_0"/>
          <p:cNvCxnSpPr/>
          <p:nvPr/>
        </p:nvCxnSpPr>
        <p:spPr>
          <a:xfrm>
            <a:off x="1293812" y="4198937"/>
            <a:ext cx="31750" cy="174625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a4_g_b_1" descr="Editable line; source id a4_g_b_1"/>
          <p:cNvCxnSpPr/>
          <p:nvPr/>
        </p:nvCxnSpPr>
        <p:spPr>
          <a:xfrm>
            <a:off x="1325562" y="4373562"/>
            <a:ext cx="111125" cy="0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a4_g_b_2" descr="Editable line; source id a4_g_b_2"/>
          <p:cNvCxnSpPr/>
          <p:nvPr/>
        </p:nvCxnSpPr>
        <p:spPr>
          <a:xfrm flipV="1">
            <a:off x="1436687" y="4198937"/>
            <a:ext cx="31750" cy="174625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a4_g_r" descr="Editable line; source id a4_g_r"/>
          <p:cNvCxnSpPr/>
          <p:nvPr/>
        </p:nvCxnSpPr>
        <p:spPr>
          <a:xfrm>
            <a:off x="1269999" y="4198937"/>
            <a:ext cx="222250" cy="0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a4_t" descr="Editable text; source id a4_t"/>
          <p:cNvSpPr txBox="1"/>
          <p:nvPr/>
        </p:nvSpPr>
        <p:spPr>
          <a:xfrm>
            <a:off x="1635124" y="4095749"/>
            <a:ext cx="2603499" cy="32543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2187"/>
              </a:lnSpc>
              <a:spcBef>
                <a:spcPts val="0"/>
              </a:spcBef>
              <a:spcAft>
                <a:spcPts val="0"/>
              </a:spcAft>
              <a:defRPr sz="1499" b="1" i="0" lang="zh-CN" dirty="0">
                <a:solidFill>
                  <a:srgbClr val="2B3E5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99" b="1" i="0" lang="zh-CN" dirty="0">
                <a:solidFill>
                  <a:srgbClr val="2B3E57"/>
                </a:solidFill>
                <a:latin typeface="Noto Sans CJK SC"/>
                <a:ea typeface="Noto Sans CJK SC"/>
                <a:cs typeface="Noto Sans CJK SC"/>
              </a:rPr>
              <a:t>工艺参照研究</a:t>
            </a:r>
          </a:p>
        </p:txBody>
      </p:sp>
      <p:sp>
        <p:nvSpPr>
          <p:cNvPr id="50" name="a5" descr="Editable shape; source id a5"/>
          <p:cNvSpPr/>
          <p:nvPr/>
        </p:nvSpPr>
        <p:spPr>
          <a:xfrm>
            <a:off x="1031874" y="5556249"/>
            <a:ext cx="3333749" cy="888999"/>
          </a:xfrm>
          <a:prstGeom prst="roundRect">
            <a:avLst>
              <a:gd name="adj" fmla="val 8035"/>
            </a:avLst>
          </a:prstGeom>
          <a:solidFill>
            <a:srgbClr val="FFFFFF"/>
          </a:solidFill>
          <a:ln w="11112">
            <a:solidFill>
              <a:srgbClr val="9AA3AB"/>
            </a:solidFill>
            <a:custDash>
              <a:ds d="857143" sp="571429"/>
            </a:custDash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a5_g_s0" descr="Editable shape; source id a5_g_s0"/>
          <p:cNvSpPr/>
          <p:nvPr/>
        </p:nvSpPr>
        <p:spPr>
          <a:xfrm>
            <a:off x="1293812" y="5889624"/>
            <a:ext cx="150812" cy="230187"/>
          </a:xfrm>
          <a:prstGeom prst="rect">
            <a:avLst/>
          </a:prstGeom>
          <a:noFill/>
          <a:ln w="7937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a5_g_l1" descr="Editable line; source id a5_g_l1"/>
          <p:cNvCxnSpPr/>
          <p:nvPr/>
        </p:nvCxnSpPr>
        <p:spPr>
          <a:xfrm>
            <a:off x="1333499" y="5968999"/>
            <a:ext cx="103188" cy="0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a5_g_l2" descr="Editable line; source id a5_g_l2"/>
          <p:cNvCxnSpPr/>
          <p:nvPr/>
        </p:nvCxnSpPr>
        <p:spPr>
          <a:xfrm>
            <a:off x="1333499" y="6016624"/>
            <a:ext cx="103188" cy="0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a5_g_l3" descr="Editable line; source id a5_g_l3"/>
          <p:cNvCxnSpPr/>
          <p:nvPr/>
        </p:nvCxnSpPr>
        <p:spPr>
          <a:xfrm>
            <a:off x="1333499" y="6056312"/>
            <a:ext cx="71438" cy="0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a5_g_x" descr="Editable line; source id a5_g_x"/>
          <p:cNvCxnSpPr/>
          <p:nvPr/>
        </p:nvCxnSpPr>
        <p:spPr>
          <a:xfrm flipV="1">
            <a:off x="1285874" y="5873749"/>
            <a:ext cx="222250" cy="254000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a5_t" descr="Editable text; source id a5_t"/>
          <p:cNvSpPr txBox="1"/>
          <p:nvPr/>
        </p:nvSpPr>
        <p:spPr>
          <a:xfrm>
            <a:off x="1650999" y="5841999"/>
            <a:ext cx="2571749" cy="32543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2187"/>
              </a:lnSpc>
              <a:spcBef>
                <a:spcPts val="0"/>
              </a:spcBef>
              <a:spcAft>
                <a:spcPts val="0"/>
              </a:spcAft>
              <a:defRPr sz="1499" b="1" i="0" lang="zh-CN" dirty="0">
                <a:solidFill>
                  <a:srgbClr val="5B657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99" b="1" i="0" lang="zh-CN" dirty="0">
                <a:solidFill>
                  <a:srgbClr val="5B6570"/>
                </a:solidFill>
                <a:latin typeface="Noto Sans CJK SC"/>
                <a:ea typeface="Noto Sans CJK SC"/>
                <a:cs typeface="Noto Sans CJK SC"/>
              </a:rPr>
              <a:t>非相关资料</a:t>
            </a:r>
          </a:p>
        </p:txBody>
      </p:sp>
      <p:sp>
        <p:nvSpPr>
          <p:cNvPr id="57" name="ax_u" descr="Editable line; source id ax_u"/>
          <p:cNvSpPr/>
          <p:nvPr/>
        </p:nvSpPr>
        <p:spPr>
          <a:xfrm>
            <a:off x="456406" y="1381125"/>
            <a:ext cx="71437" cy="2103437"/>
          </a:xfrm>
          <a:custGeom>
            <a:avLst/>
            <a:gdLst/>
            <a:ahLst/>
            <a:cxnLst/>
            <a:rect l="l" t="t" r="r" b="b"/>
            <a:pathLst>
              <a:path w="9000" h="265000">
                <a:moveTo>
                  <a:pt x="3700" y="265000"/>
                </a:moveTo>
                <a:lnTo>
                  <a:pt x="3700" y="11000"/>
                </a:lnTo>
                <a:lnTo>
                  <a:pt x="0" y="11000"/>
                </a:lnTo>
                <a:lnTo>
                  <a:pt x="4500" y="0"/>
                </a:lnTo>
                <a:lnTo>
                  <a:pt x="9000" y="11000"/>
                </a:lnTo>
                <a:lnTo>
                  <a:pt x="5300" y="11000"/>
                </a:lnTo>
                <a:lnTo>
                  <a:pt x="5300" y="265000"/>
                </a:lnTo>
                <a:close/>
              </a:path>
            </a:pathLst>
          </a:custGeom>
          <a:solidFill>
            <a:srgbClr val="3F48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ax_d" descr="Editable line; source id ax_d"/>
          <p:cNvSpPr/>
          <p:nvPr/>
        </p:nvSpPr>
        <p:spPr>
          <a:xfrm>
            <a:off x="456406" y="4151312"/>
            <a:ext cx="71437" cy="2103437"/>
          </a:xfrm>
          <a:custGeom>
            <a:avLst/>
            <a:gdLst/>
            <a:ahLst/>
            <a:cxnLst/>
            <a:rect l="l" t="t" r="r" b="b"/>
            <a:pathLst>
              <a:path w="9000" h="265000">
                <a:moveTo>
                  <a:pt x="5300" y="0"/>
                </a:moveTo>
                <a:lnTo>
                  <a:pt x="5300" y="254000"/>
                </a:lnTo>
                <a:lnTo>
                  <a:pt x="9000" y="254000"/>
                </a:lnTo>
                <a:lnTo>
                  <a:pt x="4500" y="265000"/>
                </a:lnTo>
                <a:lnTo>
                  <a:pt x="0" y="254000"/>
                </a:lnTo>
                <a:lnTo>
                  <a:pt x="3700" y="254000"/>
                </a:lnTo>
                <a:lnTo>
                  <a:pt x="3700" y="0"/>
                </a:lnTo>
                <a:close/>
              </a:path>
            </a:pathLst>
          </a:custGeom>
          <a:solidFill>
            <a:srgbClr val="3F48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ax_n" descr="Editable text; source id ax_n"/>
          <p:cNvSpPr txBox="1"/>
          <p:nvPr/>
        </p:nvSpPr>
        <p:spPr>
          <a:xfrm>
            <a:off x="301624" y="1095374"/>
            <a:ext cx="380999" cy="269874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640"/>
              </a:lnSpc>
              <a:spcBef>
                <a:spcPts val="0"/>
              </a:spcBef>
              <a:spcAft>
                <a:spcPts val="0"/>
              </a:spcAft>
              <a:defRPr sz="1124" b="1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4" b="1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近</a:t>
            </a:r>
          </a:p>
        </p:txBody>
      </p:sp>
      <p:sp>
        <p:nvSpPr>
          <p:cNvPr id="60" name="ax_f" descr="Editable text; source id ax_f"/>
          <p:cNvSpPr txBox="1"/>
          <p:nvPr/>
        </p:nvSpPr>
        <p:spPr>
          <a:xfrm>
            <a:off x="301624" y="6254749"/>
            <a:ext cx="380999" cy="269874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640"/>
              </a:lnSpc>
              <a:spcBef>
                <a:spcPts val="0"/>
              </a:spcBef>
              <a:spcAft>
                <a:spcPts val="0"/>
              </a:spcAft>
              <a:defRPr sz="1124" b="1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4" b="1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远</a:t>
            </a:r>
          </a:p>
        </p:txBody>
      </p:sp>
      <p:sp>
        <p:nvSpPr>
          <p:cNvPr id="61" name="ax_l" descr="Editable text; source id ax_l"/>
          <p:cNvSpPr txBox="1"/>
          <p:nvPr/>
        </p:nvSpPr>
        <p:spPr>
          <a:xfrm rot="16200000">
            <a:off x="-261937" y="3698874"/>
            <a:ext cx="1190624" cy="246062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640"/>
              </a:lnSpc>
              <a:spcBef>
                <a:spcPts val="0"/>
              </a:spcBef>
              <a:spcAft>
                <a:spcPts val="0"/>
              </a:spcAft>
              <a:defRPr sz="1124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4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与目标相的距离</a:t>
            </a:r>
          </a:p>
        </p:txBody>
      </p:sp>
      <p:sp>
        <p:nvSpPr>
          <p:cNvPr id="62" name="led" descr="Editable shape; source id led"/>
          <p:cNvSpPr/>
          <p:nvPr/>
        </p:nvSpPr>
        <p:spPr>
          <a:xfrm>
            <a:off x="4921249" y="1190624"/>
            <a:ext cx="3032124" cy="4286249"/>
          </a:xfrm>
          <a:prstGeom prst="roundRect">
            <a:avLst>
              <a:gd name="adj" fmla="val 2356"/>
            </a:avLst>
          </a:prstGeom>
          <a:solidFill>
            <a:srgbClr val="FFFFFF"/>
          </a:solidFill>
          <a:ln w="11112">
            <a:solidFill>
              <a:srgbClr val="1F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led_b" descr="Editable shape; source id led_b"/>
          <p:cNvSpPr/>
          <p:nvPr/>
        </p:nvSpPr>
        <p:spPr>
          <a:xfrm>
            <a:off x="4921249" y="1190624"/>
            <a:ext cx="63499" cy="4286249"/>
          </a:xfrm>
          <a:prstGeom prst="roundRect">
            <a:avLst>
              <a:gd name="adj" fmla="val 37500"/>
            </a:avLst>
          </a:prstGeom>
          <a:solidFill>
            <a:srgbClr val="1F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led_g_b" descr="Editable shape; source id led_g_b"/>
          <p:cNvSpPr/>
          <p:nvPr/>
        </p:nvSpPr>
        <p:spPr>
          <a:xfrm>
            <a:off x="5183187" y="1476374"/>
            <a:ext cx="261937" cy="230187"/>
          </a:xfrm>
          <a:prstGeom prst="rect">
            <a:avLst/>
          </a:prstGeom>
          <a:noFill/>
          <a:ln w="7937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5" name="led_g_r1" descr="Editable line; source id led_g_r1"/>
          <p:cNvCxnSpPr/>
          <p:nvPr/>
        </p:nvCxnSpPr>
        <p:spPr>
          <a:xfrm>
            <a:off x="5183187" y="1555749"/>
            <a:ext cx="269875" cy="0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led_g_r2" descr="Editable line; source id led_g_r2"/>
          <p:cNvCxnSpPr/>
          <p:nvPr/>
        </p:nvCxnSpPr>
        <p:spPr>
          <a:xfrm>
            <a:off x="5183187" y="1627187"/>
            <a:ext cx="269875" cy="0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led_g_c1" descr="Editable line; source id led_g_c1"/>
          <p:cNvCxnSpPr/>
          <p:nvPr/>
        </p:nvCxnSpPr>
        <p:spPr>
          <a:xfrm>
            <a:off x="5270499" y="1476374"/>
            <a:ext cx="0" cy="230188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led_g_c2" descr="Editable line; source id led_g_c2"/>
          <p:cNvCxnSpPr/>
          <p:nvPr/>
        </p:nvCxnSpPr>
        <p:spPr>
          <a:xfrm>
            <a:off x="5365749" y="1476374"/>
            <a:ext cx="0" cy="230188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led_t" descr="Editable text; source id led_t"/>
          <p:cNvSpPr txBox="1"/>
          <p:nvPr/>
        </p:nvSpPr>
        <p:spPr>
          <a:xfrm>
            <a:off x="5587999" y="1412874"/>
            <a:ext cx="2238374" cy="34924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2265"/>
              </a:lnSpc>
              <a:spcBef>
                <a:spcPts val="0"/>
              </a:spcBef>
              <a:spcAft>
                <a:spcPts val="0"/>
              </a:spcAft>
              <a:defRPr sz="1562" b="1" i="0" lang="zh-CN" dirty="0">
                <a:solidFill>
                  <a:srgbClr val="0F4F5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62" b="1" i="0" lang="zh-CN" dirty="0">
                <a:solidFill>
                  <a:srgbClr val="0F4F58"/>
                </a:solidFill>
                <a:latin typeface="Noto Sans CJK SC"/>
                <a:ea typeface="Noto Sans CJK SC"/>
                <a:cs typeface="Noto Sans CJK SC"/>
              </a:rPr>
              <a:t>相同实验项目下比较</a:t>
            </a:r>
          </a:p>
        </p:txBody>
      </p:sp>
      <p:sp>
        <p:nvSpPr>
          <p:cNvPr id="70" name="ledr_r0" descr="Editable shape; source id ledr_r0"/>
          <p:cNvSpPr/>
          <p:nvPr/>
        </p:nvSpPr>
        <p:spPr>
          <a:xfrm>
            <a:off x="5143499" y="1968499"/>
            <a:ext cx="2619374" cy="484187"/>
          </a:xfrm>
          <a:prstGeom prst="roundRect">
            <a:avLst>
              <a:gd name="adj" fmla="val 9836"/>
            </a:avLst>
          </a:prstGeom>
          <a:solidFill>
            <a:srgbClr val="F7F9FB"/>
          </a:solidFill>
          <a:ln w="9524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ledr_c0_b" descr="Editable shape; source id ledr_c0_b"/>
          <p:cNvSpPr/>
          <p:nvPr/>
        </p:nvSpPr>
        <p:spPr>
          <a:xfrm>
            <a:off x="5254624" y="2135187"/>
            <a:ext cx="142874" cy="142874"/>
          </a:xfrm>
          <a:prstGeom prst="rect">
            <a:avLst/>
          </a:prstGeom>
          <a:noFill/>
          <a:ln w="7937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2" name="ledr_c0_k_0" descr="Editable line; source id ledr_c0_k_0"/>
          <p:cNvCxnSpPr/>
          <p:nvPr/>
        </p:nvCxnSpPr>
        <p:spPr>
          <a:xfrm>
            <a:off x="5286374" y="2214562"/>
            <a:ext cx="31750" cy="31750"/>
          </a:xfrm>
          <a:prstGeom prst="line">
            <a:avLst/>
          </a:prstGeom>
          <a:ln w="10318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ledr_c0_k_1" descr="Editable line; source id ledr_c0_k_1"/>
          <p:cNvCxnSpPr/>
          <p:nvPr/>
        </p:nvCxnSpPr>
        <p:spPr>
          <a:xfrm flipV="1">
            <a:off x="5318124" y="2174874"/>
            <a:ext cx="55563" cy="71438"/>
          </a:xfrm>
          <a:prstGeom prst="line">
            <a:avLst/>
          </a:prstGeom>
          <a:ln w="10318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ledr_x0" descr="Editable text; source id ledr_x0"/>
          <p:cNvSpPr txBox="1"/>
          <p:nvPr/>
        </p:nvSpPr>
        <p:spPr>
          <a:xfrm>
            <a:off x="5508624" y="2071687"/>
            <a:ext cx="2127249" cy="277812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1828"/>
              </a:lnSpc>
              <a:spcBef>
                <a:spcPts val="0"/>
              </a:spcBef>
              <a:spcAft>
                <a:spcPts val="0"/>
              </a:spcAft>
              <a:defRPr sz="1249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49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原料与配比</a:t>
            </a:r>
          </a:p>
        </p:txBody>
      </p:sp>
      <p:sp>
        <p:nvSpPr>
          <p:cNvPr id="75" name="ledr_r1" descr="Editable shape; source id ledr_r1"/>
          <p:cNvSpPr/>
          <p:nvPr/>
        </p:nvSpPr>
        <p:spPr>
          <a:xfrm>
            <a:off x="5143499" y="2532062"/>
            <a:ext cx="2619374" cy="484187"/>
          </a:xfrm>
          <a:prstGeom prst="roundRect">
            <a:avLst>
              <a:gd name="adj" fmla="val 9836"/>
            </a:avLst>
          </a:prstGeom>
          <a:solidFill>
            <a:srgbClr val="F7F9FB"/>
          </a:solidFill>
          <a:ln w="9524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ledr_c1_b" descr="Editable shape; source id ledr_c1_b"/>
          <p:cNvSpPr/>
          <p:nvPr/>
        </p:nvSpPr>
        <p:spPr>
          <a:xfrm>
            <a:off x="5254624" y="2698749"/>
            <a:ext cx="142874" cy="142874"/>
          </a:xfrm>
          <a:prstGeom prst="rect">
            <a:avLst/>
          </a:prstGeom>
          <a:noFill/>
          <a:ln w="7937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7" name="ledr_c1_k_0" descr="Editable line; source id ledr_c1_k_0"/>
          <p:cNvCxnSpPr/>
          <p:nvPr/>
        </p:nvCxnSpPr>
        <p:spPr>
          <a:xfrm>
            <a:off x="5286374" y="2770187"/>
            <a:ext cx="31750" cy="31750"/>
          </a:xfrm>
          <a:prstGeom prst="line">
            <a:avLst/>
          </a:prstGeom>
          <a:ln w="10318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ledr_c1_k_1" descr="Editable line; source id ledr_c1_k_1"/>
          <p:cNvCxnSpPr/>
          <p:nvPr/>
        </p:nvCxnSpPr>
        <p:spPr>
          <a:xfrm flipV="1">
            <a:off x="5318124" y="2738437"/>
            <a:ext cx="55563" cy="63500"/>
          </a:xfrm>
          <a:prstGeom prst="line">
            <a:avLst/>
          </a:prstGeom>
          <a:ln w="10318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ledr_x1" descr="Editable text; source id ledr_x1"/>
          <p:cNvSpPr txBox="1"/>
          <p:nvPr/>
        </p:nvSpPr>
        <p:spPr>
          <a:xfrm>
            <a:off x="5508624" y="2627312"/>
            <a:ext cx="2127249" cy="277812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1828"/>
              </a:lnSpc>
              <a:spcBef>
                <a:spcPts val="0"/>
              </a:spcBef>
              <a:spcAft>
                <a:spcPts val="0"/>
              </a:spcAft>
              <a:defRPr sz="1249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49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热史</a:t>
            </a:r>
          </a:p>
        </p:txBody>
      </p:sp>
      <p:sp>
        <p:nvSpPr>
          <p:cNvPr id="80" name="ledr_r2" descr="Editable shape; source id ledr_r2"/>
          <p:cNvSpPr/>
          <p:nvPr/>
        </p:nvSpPr>
        <p:spPr>
          <a:xfrm>
            <a:off x="5143499" y="3087687"/>
            <a:ext cx="2619374" cy="484187"/>
          </a:xfrm>
          <a:prstGeom prst="roundRect">
            <a:avLst>
              <a:gd name="adj" fmla="val 9836"/>
            </a:avLst>
          </a:prstGeom>
          <a:solidFill>
            <a:srgbClr val="F7F9FB"/>
          </a:solidFill>
          <a:ln w="9524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ledr_c2_b" descr="Editable shape; source id ledr_c2_b"/>
          <p:cNvSpPr/>
          <p:nvPr/>
        </p:nvSpPr>
        <p:spPr>
          <a:xfrm>
            <a:off x="5254624" y="3254374"/>
            <a:ext cx="142874" cy="142874"/>
          </a:xfrm>
          <a:prstGeom prst="rect">
            <a:avLst/>
          </a:prstGeom>
          <a:noFill/>
          <a:ln w="7937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ledr_c2_k_0" descr="Editable line; source id ledr_c2_k_0"/>
          <p:cNvCxnSpPr/>
          <p:nvPr/>
        </p:nvCxnSpPr>
        <p:spPr>
          <a:xfrm>
            <a:off x="5286374" y="3333749"/>
            <a:ext cx="31750" cy="31750"/>
          </a:xfrm>
          <a:prstGeom prst="line">
            <a:avLst/>
          </a:prstGeom>
          <a:ln w="10318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ledr_c2_k_1" descr="Editable line; source id ledr_c2_k_1"/>
          <p:cNvCxnSpPr/>
          <p:nvPr/>
        </p:nvCxnSpPr>
        <p:spPr>
          <a:xfrm flipV="1">
            <a:off x="5318124" y="3294062"/>
            <a:ext cx="55563" cy="71437"/>
          </a:xfrm>
          <a:prstGeom prst="line">
            <a:avLst/>
          </a:prstGeom>
          <a:ln w="10318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ledr_x2" descr="Editable text; source id ledr_x2"/>
          <p:cNvSpPr txBox="1"/>
          <p:nvPr/>
        </p:nvSpPr>
        <p:spPr>
          <a:xfrm>
            <a:off x="5508624" y="3190874"/>
            <a:ext cx="2127249" cy="277812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1828"/>
              </a:lnSpc>
              <a:spcBef>
                <a:spcPts val="0"/>
              </a:spcBef>
              <a:spcAft>
                <a:spcPts val="0"/>
              </a:spcAft>
              <a:defRPr sz="1249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49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气氛</a:t>
            </a:r>
          </a:p>
        </p:txBody>
      </p:sp>
      <p:sp>
        <p:nvSpPr>
          <p:cNvPr id="85" name="ledr_r3" descr="Editable shape; source id ledr_r3"/>
          <p:cNvSpPr/>
          <p:nvPr/>
        </p:nvSpPr>
        <p:spPr>
          <a:xfrm>
            <a:off x="5143499" y="3651249"/>
            <a:ext cx="2619374" cy="484187"/>
          </a:xfrm>
          <a:prstGeom prst="roundRect">
            <a:avLst>
              <a:gd name="adj" fmla="val 9836"/>
            </a:avLst>
          </a:prstGeom>
          <a:solidFill>
            <a:srgbClr val="F7F9FB"/>
          </a:solidFill>
          <a:ln w="9524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ledr_c3_b" descr="Editable shape; source id ledr_c3_b"/>
          <p:cNvSpPr/>
          <p:nvPr/>
        </p:nvSpPr>
        <p:spPr>
          <a:xfrm>
            <a:off x="5254624" y="3817937"/>
            <a:ext cx="142874" cy="142874"/>
          </a:xfrm>
          <a:prstGeom prst="rect">
            <a:avLst/>
          </a:prstGeom>
          <a:noFill/>
          <a:ln w="7937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7" name="ledr_c3_k_0" descr="Editable line; source id ledr_c3_k_0"/>
          <p:cNvCxnSpPr/>
          <p:nvPr/>
        </p:nvCxnSpPr>
        <p:spPr>
          <a:xfrm>
            <a:off x="5286374" y="3897312"/>
            <a:ext cx="31750" cy="31750"/>
          </a:xfrm>
          <a:prstGeom prst="line">
            <a:avLst/>
          </a:prstGeom>
          <a:ln w="10318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ledr_c3_k_1" descr="Editable line; source id ledr_c3_k_1"/>
          <p:cNvCxnSpPr/>
          <p:nvPr/>
        </p:nvCxnSpPr>
        <p:spPr>
          <a:xfrm flipV="1">
            <a:off x="5318124" y="3857624"/>
            <a:ext cx="55563" cy="71438"/>
          </a:xfrm>
          <a:prstGeom prst="line">
            <a:avLst/>
          </a:prstGeom>
          <a:ln w="10318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ledr_x3" descr="Editable text; source id ledr_x3"/>
          <p:cNvSpPr txBox="1"/>
          <p:nvPr/>
        </p:nvSpPr>
        <p:spPr>
          <a:xfrm>
            <a:off x="5508624" y="3754437"/>
            <a:ext cx="2127249" cy="277812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1828"/>
              </a:lnSpc>
              <a:spcBef>
                <a:spcPts val="0"/>
              </a:spcBef>
              <a:spcAft>
                <a:spcPts val="0"/>
              </a:spcAft>
              <a:defRPr sz="1249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49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容器与助熔剂</a:t>
            </a:r>
          </a:p>
        </p:txBody>
      </p:sp>
      <p:sp>
        <p:nvSpPr>
          <p:cNvPr id="90" name="ledr_r4" descr="Editable shape; source id ledr_r4"/>
          <p:cNvSpPr/>
          <p:nvPr/>
        </p:nvSpPr>
        <p:spPr>
          <a:xfrm>
            <a:off x="5143499" y="4214812"/>
            <a:ext cx="2619374" cy="484187"/>
          </a:xfrm>
          <a:prstGeom prst="roundRect">
            <a:avLst>
              <a:gd name="adj" fmla="val 9836"/>
            </a:avLst>
          </a:prstGeom>
          <a:solidFill>
            <a:srgbClr val="F7F9FB"/>
          </a:solidFill>
          <a:ln w="9524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ledr_c4_b" descr="Editable shape; source id ledr_c4_b"/>
          <p:cNvSpPr/>
          <p:nvPr/>
        </p:nvSpPr>
        <p:spPr>
          <a:xfrm>
            <a:off x="5254624" y="4381499"/>
            <a:ext cx="142874" cy="142874"/>
          </a:xfrm>
          <a:prstGeom prst="rect">
            <a:avLst/>
          </a:prstGeom>
          <a:noFill/>
          <a:ln w="7937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2" name="ledr_c4_k_0" descr="Editable line; source id ledr_c4_k_0"/>
          <p:cNvCxnSpPr/>
          <p:nvPr/>
        </p:nvCxnSpPr>
        <p:spPr>
          <a:xfrm>
            <a:off x="5286374" y="4452937"/>
            <a:ext cx="31750" cy="31750"/>
          </a:xfrm>
          <a:prstGeom prst="line">
            <a:avLst/>
          </a:prstGeom>
          <a:ln w="10318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ledr_c4_k_1" descr="Editable line; source id ledr_c4_k_1"/>
          <p:cNvCxnSpPr/>
          <p:nvPr/>
        </p:nvCxnSpPr>
        <p:spPr>
          <a:xfrm flipV="1">
            <a:off x="5318124" y="4421187"/>
            <a:ext cx="55563" cy="63500"/>
          </a:xfrm>
          <a:prstGeom prst="line">
            <a:avLst/>
          </a:prstGeom>
          <a:ln w="10318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" name="ledr_x4" descr="Editable text; source id ledr_x4"/>
          <p:cNvSpPr txBox="1"/>
          <p:nvPr/>
        </p:nvSpPr>
        <p:spPr>
          <a:xfrm>
            <a:off x="5508624" y="4317999"/>
            <a:ext cx="2127249" cy="277812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1828"/>
              </a:lnSpc>
              <a:spcBef>
                <a:spcPts val="0"/>
              </a:spcBef>
              <a:spcAft>
                <a:spcPts val="0"/>
              </a:spcAft>
              <a:defRPr sz="1249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49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冷却与分离</a:t>
            </a:r>
          </a:p>
        </p:txBody>
      </p:sp>
      <p:sp>
        <p:nvSpPr>
          <p:cNvPr id="95" name="ledr_r5" descr="Editable shape; source id ledr_r5"/>
          <p:cNvSpPr/>
          <p:nvPr/>
        </p:nvSpPr>
        <p:spPr>
          <a:xfrm>
            <a:off x="5143499" y="4770437"/>
            <a:ext cx="2619374" cy="484187"/>
          </a:xfrm>
          <a:prstGeom prst="roundRect">
            <a:avLst>
              <a:gd name="adj" fmla="val 9836"/>
            </a:avLst>
          </a:prstGeom>
          <a:solidFill>
            <a:srgbClr val="F7F9FB"/>
          </a:solidFill>
          <a:ln w="9524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ledr_c5_b" descr="Editable shape; source id ledr_c5_b"/>
          <p:cNvSpPr/>
          <p:nvPr/>
        </p:nvSpPr>
        <p:spPr>
          <a:xfrm>
            <a:off x="5254624" y="4937124"/>
            <a:ext cx="142874" cy="142874"/>
          </a:xfrm>
          <a:prstGeom prst="rect">
            <a:avLst/>
          </a:prstGeom>
          <a:noFill/>
          <a:ln w="7937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7" name="ledr_c5_k_0" descr="Editable line; source id ledr_c5_k_0"/>
          <p:cNvCxnSpPr/>
          <p:nvPr/>
        </p:nvCxnSpPr>
        <p:spPr>
          <a:xfrm>
            <a:off x="5286374" y="5016499"/>
            <a:ext cx="31750" cy="31750"/>
          </a:xfrm>
          <a:prstGeom prst="line">
            <a:avLst/>
          </a:prstGeom>
          <a:ln w="10318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ledr_c5_k_1" descr="Editable line; source id ledr_c5_k_1"/>
          <p:cNvCxnSpPr/>
          <p:nvPr/>
        </p:nvCxnSpPr>
        <p:spPr>
          <a:xfrm flipV="1">
            <a:off x="5318124" y="4976812"/>
            <a:ext cx="55563" cy="71437"/>
          </a:xfrm>
          <a:prstGeom prst="line">
            <a:avLst/>
          </a:prstGeom>
          <a:ln w="10318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9" name="ledr_x5" descr="Editable text; source id ledr_x5"/>
          <p:cNvSpPr txBox="1"/>
          <p:nvPr/>
        </p:nvSpPr>
        <p:spPr>
          <a:xfrm>
            <a:off x="5508624" y="4873624"/>
            <a:ext cx="2127249" cy="277812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1828"/>
              </a:lnSpc>
              <a:spcBef>
                <a:spcPts val="0"/>
              </a:spcBef>
              <a:spcAft>
                <a:spcPts val="0"/>
              </a:spcAft>
              <a:defRPr sz="1249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49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产物表征</a:t>
            </a:r>
          </a:p>
        </p:txBody>
      </p:sp>
      <p:sp>
        <p:nvSpPr>
          <p:cNvPr id="100" name="u1" descr="Editable shape; source id u1"/>
          <p:cNvSpPr/>
          <p:nvPr/>
        </p:nvSpPr>
        <p:spPr>
          <a:xfrm>
            <a:off x="8540749" y="1190624"/>
            <a:ext cx="3254374" cy="888999"/>
          </a:xfrm>
          <a:prstGeom prst="roundRect">
            <a:avLst>
              <a:gd name="adj" fmla="val 8035"/>
            </a:avLst>
          </a:prstGeom>
          <a:solidFill>
            <a:srgbClr val="FFFFFF"/>
          </a:solidFill>
          <a:ln w="11112">
            <a:solidFill>
              <a:srgbClr val="C48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u1_b" descr="Editable shape; source id u1_b"/>
          <p:cNvSpPr/>
          <p:nvPr/>
        </p:nvSpPr>
        <p:spPr>
          <a:xfrm>
            <a:off x="8540749" y="1190624"/>
            <a:ext cx="63499" cy="888999"/>
          </a:xfrm>
          <a:prstGeom prst="roundRect">
            <a:avLst>
              <a:gd name="adj" fmla="val 37500"/>
            </a:avLst>
          </a:prstGeom>
          <a:solidFill>
            <a:srgbClr val="C4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2" name="u1_g_n_0" descr="Editable line; source id u1_g_n_0"/>
          <p:cNvCxnSpPr/>
          <p:nvPr/>
        </p:nvCxnSpPr>
        <p:spPr>
          <a:xfrm>
            <a:off x="8874124" y="1508124"/>
            <a:ext cx="0" cy="87313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u1_g_n_1" descr="Editable line; source id u1_g_n_1"/>
          <p:cNvCxnSpPr/>
          <p:nvPr/>
        </p:nvCxnSpPr>
        <p:spPr>
          <a:xfrm flipH="1">
            <a:off x="8794749" y="1595437"/>
            <a:ext cx="79375" cy="158750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u1_g_n_2" descr="Editable line; source id u1_g_n_2"/>
          <p:cNvCxnSpPr/>
          <p:nvPr/>
        </p:nvCxnSpPr>
        <p:spPr>
          <a:xfrm>
            <a:off x="8794749" y="1754187"/>
            <a:ext cx="222250" cy="0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u1_g_n_3" descr="Editable line; source id u1_g_n_3"/>
          <p:cNvCxnSpPr/>
          <p:nvPr/>
        </p:nvCxnSpPr>
        <p:spPr>
          <a:xfrm flipH="1" flipV="1">
            <a:off x="8937624" y="1595437"/>
            <a:ext cx="79375" cy="158750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u1_g_n_4" descr="Editable line; source id u1_g_n_4"/>
          <p:cNvCxnSpPr/>
          <p:nvPr/>
        </p:nvCxnSpPr>
        <p:spPr>
          <a:xfrm flipV="1">
            <a:off x="8937624" y="1508124"/>
            <a:ext cx="0" cy="87313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u1_g_m" descr="Editable line; source id u1_g_m"/>
          <p:cNvCxnSpPr/>
          <p:nvPr/>
        </p:nvCxnSpPr>
        <p:spPr>
          <a:xfrm>
            <a:off x="8858249" y="1508124"/>
            <a:ext cx="95250" cy="0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u1_g_d1" descr="Editable shape; source id u1_g_d1"/>
          <p:cNvSpPr/>
          <p:nvPr/>
        </p:nvSpPr>
        <p:spPr>
          <a:xfrm>
            <a:off x="8866187" y="1682749"/>
            <a:ext cx="23812" cy="23812"/>
          </a:xfrm>
          <a:prstGeom prst="ellipse">
            <a:avLst/>
          </a:prstGeom>
          <a:noFill/>
          <a:ln w="7937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u1_g_d2" descr="Editable shape; source id u1_g_d2"/>
          <p:cNvSpPr/>
          <p:nvPr/>
        </p:nvSpPr>
        <p:spPr>
          <a:xfrm>
            <a:off x="8921749" y="1706562"/>
            <a:ext cx="15874" cy="15874"/>
          </a:xfrm>
          <a:prstGeom prst="ellipse">
            <a:avLst/>
          </a:prstGeom>
          <a:noFill/>
          <a:ln w="7937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u1_t" descr="Editable text; source id u1_t"/>
          <p:cNvSpPr txBox="1"/>
          <p:nvPr/>
        </p:nvSpPr>
        <p:spPr>
          <a:xfrm>
            <a:off x="9159874" y="1476374"/>
            <a:ext cx="2492374" cy="32543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2187"/>
              </a:lnSpc>
              <a:spcBef>
                <a:spcPts val="0"/>
              </a:spcBef>
              <a:spcAft>
                <a:spcPts val="0"/>
              </a:spcAft>
              <a:defRPr sz="1499" b="1" i="0" lang="zh-CN" dirty="0">
                <a:solidFill>
                  <a:srgbClr val="7A541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99" b="1" i="0" lang="zh-CN" dirty="0">
                <a:solidFill>
                  <a:srgbClr val="7A5410"/>
                </a:solidFill>
                <a:latin typeface="Noto Sans CJK SC"/>
                <a:ea typeface="Noto Sans CJK SC"/>
                <a:cs typeface="Noto Sans CJK SC"/>
              </a:rPr>
              <a:t>直接条件复现</a:t>
            </a:r>
          </a:p>
        </p:txBody>
      </p:sp>
      <p:sp>
        <p:nvSpPr>
          <p:cNvPr id="111" name="u2" descr="Editable shape; source id u2"/>
          <p:cNvSpPr/>
          <p:nvPr/>
        </p:nvSpPr>
        <p:spPr>
          <a:xfrm>
            <a:off x="8540749" y="2238374"/>
            <a:ext cx="3254374" cy="888999"/>
          </a:xfrm>
          <a:prstGeom prst="roundRect">
            <a:avLst>
              <a:gd name="adj" fmla="val 8035"/>
            </a:avLst>
          </a:prstGeom>
          <a:solidFill>
            <a:srgbClr val="FFFFFF"/>
          </a:solidFill>
          <a:ln w="11112">
            <a:solidFill>
              <a:srgbClr val="C48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u2_b" descr="Editable shape; source id u2_b"/>
          <p:cNvSpPr/>
          <p:nvPr/>
        </p:nvSpPr>
        <p:spPr>
          <a:xfrm>
            <a:off x="8540749" y="2238374"/>
            <a:ext cx="63499" cy="888999"/>
          </a:xfrm>
          <a:prstGeom prst="roundRect">
            <a:avLst>
              <a:gd name="adj" fmla="val 37500"/>
            </a:avLst>
          </a:prstGeom>
          <a:solidFill>
            <a:srgbClr val="C4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3" name="u2_g_o_0" descr="Editable line; source id u2_g_o_0"/>
          <p:cNvCxnSpPr/>
          <p:nvPr/>
        </p:nvCxnSpPr>
        <p:spPr>
          <a:xfrm>
            <a:off x="8905874" y="2547937"/>
            <a:ext cx="127000" cy="87312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u2_g_o_1" descr="Editable line; source id u2_g_o_1"/>
          <p:cNvCxnSpPr/>
          <p:nvPr/>
        </p:nvCxnSpPr>
        <p:spPr>
          <a:xfrm flipH="1">
            <a:off x="8977312" y="2635249"/>
            <a:ext cx="55562" cy="166688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u2_g_o_2" descr="Editable line; source id u2_g_o_2"/>
          <p:cNvCxnSpPr/>
          <p:nvPr/>
        </p:nvCxnSpPr>
        <p:spPr>
          <a:xfrm flipH="1">
            <a:off x="8834437" y="2801937"/>
            <a:ext cx="142875" cy="0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u2_g_o_3" descr="Editable line; source id u2_g_o_3"/>
          <p:cNvCxnSpPr/>
          <p:nvPr/>
        </p:nvCxnSpPr>
        <p:spPr>
          <a:xfrm flipH="1" flipV="1">
            <a:off x="8778874" y="2635249"/>
            <a:ext cx="55563" cy="166688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u2_g_o_4" descr="Editable line; source id u2_g_o_4"/>
          <p:cNvCxnSpPr/>
          <p:nvPr/>
        </p:nvCxnSpPr>
        <p:spPr>
          <a:xfrm flipV="1">
            <a:off x="8778874" y="2547937"/>
            <a:ext cx="127000" cy="87312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u2_g_a" descr="Editable line; source id u2_g_a"/>
          <p:cNvCxnSpPr/>
          <p:nvPr/>
        </p:nvCxnSpPr>
        <p:spPr>
          <a:xfrm>
            <a:off x="8905874" y="2547937"/>
            <a:ext cx="0" cy="254000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u2_g_b" descr="Editable line; source id u2_g_b"/>
          <p:cNvCxnSpPr/>
          <p:nvPr/>
        </p:nvCxnSpPr>
        <p:spPr>
          <a:xfrm>
            <a:off x="8778874" y="2635249"/>
            <a:ext cx="254000" cy="0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u2_t" descr="Editable text; source id u2_t"/>
          <p:cNvSpPr txBox="1"/>
          <p:nvPr/>
        </p:nvSpPr>
        <p:spPr>
          <a:xfrm>
            <a:off x="9159874" y="2524124"/>
            <a:ext cx="2492374" cy="32543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2187"/>
              </a:lnSpc>
              <a:spcBef>
                <a:spcPts val="0"/>
              </a:spcBef>
              <a:spcAft>
                <a:spcPts val="0"/>
              </a:spcAft>
              <a:defRPr sz="1499" b="1" i="0" lang="zh-CN" dirty="0">
                <a:solidFill>
                  <a:srgbClr val="7A541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99" b="1" i="0" lang="zh-CN" dirty="0">
                <a:solidFill>
                  <a:srgbClr val="7A5410"/>
                </a:solidFill>
                <a:latin typeface="Noto Sans CJK SC"/>
                <a:ea typeface="Noto Sans CJK SC"/>
                <a:cs typeface="Noto Sans CJK SC"/>
              </a:rPr>
              <a:t>谱系内相图与结构比较</a:t>
            </a:r>
          </a:p>
        </p:txBody>
      </p:sp>
      <p:sp>
        <p:nvSpPr>
          <p:cNvPr id="121" name="u3" descr="Editable shape; source id u3"/>
          <p:cNvSpPr/>
          <p:nvPr/>
        </p:nvSpPr>
        <p:spPr>
          <a:xfrm>
            <a:off x="8540749" y="3286124"/>
            <a:ext cx="3254374" cy="888999"/>
          </a:xfrm>
          <a:prstGeom prst="roundRect">
            <a:avLst>
              <a:gd name="adj" fmla="val 8035"/>
            </a:avLst>
          </a:prstGeom>
          <a:solidFill>
            <a:srgbClr val="FFFFFF"/>
          </a:solidFill>
          <a:ln w="11112">
            <a:solidFill>
              <a:srgbClr val="C48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u3_b" descr="Editable shape; source id u3_b"/>
          <p:cNvSpPr/>
          <p:nvPr/>
        </p:nvSpPr>
        <p:spPr>
          <a:xfrm>
            <a:off x="8540749" y="3286124"/>
            <a:ext cx="63499" cy="888999"/>
          </a:xfrm>
          <a:prstGeom prst="roundRect">
            <a:avLst>
              <a:gd name="adj" fmla="val 37500"/>
            </a:avLst>
          </a:prstGeom>
          <a:solidFill>
            <a:srgbClr val="C4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3" name="u3_g_p" descr="Editable line; source id u3_g_p"/>
          <p:cNvCxnSpPr/>
          <p:nvPr/>
        </p:nvCxnSpPr>
        <p:spPr>
          <a:xfrm>
            <a:off x="8905874" y="3619499"/>
            <a:ext cx="0" cy="198438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u3_g_b" descr="Editable line; source id u3_g_b"/>
          <p:cNvCxnSpPr/>
          <p:nvPr/>
        </p:nvCxnSpPr>
        <p:spPr>
          <a:xfrm>
            <a:off x="8794749" y="3659187"/>
            <a:ext cx="222250" cy="0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u3_g_l_0" descr="Editable line; source id u3_g_l_0"/>
          <p:cNvCxnSpPr/>
          <p:nvPr/>
        </p:nvCxnSpPr>
        <p:spPr>
          <a:xfrm flipH="1">
            <a:off x="8762999" y="3659187"/>
            <a:ext cx="31750" cy="71437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u3_g_l_1" descr="Editable line; source id u3_g_l_1"/>
          <p:cNvCxnSpPr/>
          <p:nvPr/>
        </p:nvCxnSpPr>
        <p:spPr>
          <a:xfrm>
            <a:off x="8762999" y="3730624"/>
            <a:ext cx="63500" cy="0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u3_g_l_2" descr="Editable line; source id u3_g_l_2"/>
          <p:cNvCxnSpPr/>
          <p:nvPr/>
        </p:nvCxnSpPr>
        <p:spPr>
          <a:xfrm flipH="1" flipV="1">
            <a:off x="8794749" y="3659187"/>
            <a:ext cx="31750" cy="71437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u3_g_r_0" descr="Editable line; source id u3_g_r_0"/>
          <p:cNvCxnSpPr/>
          <p:nvPr/>
        </p:nvCxnSpPr>
        <p:spPr>
          <a:xfrm flipH="1">
            <a:off x="8985249" y="3659187"/>
            <a:ext cx="31750" cy="71437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u3_g_r_1" descr="Editable line; source id u3_g_r_1"/>
          <p:cNvCxnSpPr/>
          <p:nvPr/>
        </p:nvCxnSpPr>
        <p:spPr>
          <a:xfrm>
            <a:off x="8985249" y="3730624"/>
            <a:ext cx="63500" cy="0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u3_g_r_2" descr="Editable line; source id u3_g_r_2"/>
          <p:cNvCxnSpPr/>
          <p:nvPr/>
        </p:nvCxnSpPr>
        <p:spPr>
          <a:xfrm flipH="1" flipV="1">
            <a:off x="9016999" y="3659187"/>
            <a:ext cx="31750" cy="71437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u3_g_f" descr="Editable line; source id u3_g_f"/>
          <p:cNvCxnSpPr/>
          <p:nvPr/>
        </p:nvCxnSpPr>
        <p:spPr>
          <a:xfrm>
            <a:off x="8842374" y="3841749"/>
            <a:ext cx="127000" cy="0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u3_t" descr="Editable text; source id u3_t"/>
          <p:cNvSpPr txBox="1"/>
          <p:nvPr/>
        </p:nvSpPr>
        <p:spPr>
          <a:xfrm>
            <a:off x="9159874" y="3571874"/>
            <a:ext cx="2492374" cy="32543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2187"/>
              </a:lnSpc>
              <a:spcBef>
                <a:spcPts val="0"/>
              </a:spcBef>
              <a:spcAft>
                <a:spcPts val="0"/>
              </a:spcAft>
              <a:defRPr sz="1499" b="1" i="0" lang="zh-CN" dirty="0">
                <a:solidFill>
                  <a:srgbClr val="7A541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99" b="1" i="0" lang="zh-CN" dirty="0">
                <a:solidFill>
                  <a:srgbClr val="7A5410"/>
                </a:solidFill>
                <a:latin typeface="Noto Sans CJK SC"/>
                <a:ea typeface="Noto Sans CJK SC"/>
                <a:cs typeface="Noto Sans CJK SC"/>
              </a:rPr>
              <a:t>方法与变量结构</a:t>
            </a:r>
          </a:p>
        </p:txBody>
      </p:sp>
      <p:sp>
        <p:nvSpPr>
          <p:cNvPr id="133" name="cav" descr="Editable shape; source id cav"/>
          <p:cNvSpPr/>
          <p:nvPr/>
        </p:nvSpPr>
        <p:spPr>
          <a:xfrm>
            <a:off x="9255124" y="4603749"/>
            <a:ext cx="1825624" cy="317499"/>
          </a:xfrm>
          <a:prstGeom prst="roundRect">
            <a:avLst>
              <a:gd name="adj" fmla="val 50000"/>
            </a:avLst>
          </a:prstGeom>
          <a:solidFill>
            <a:srgbClr val="FFF6E3"/>
          </a:solidFill>
          <a:ln w="8731">
            <a:solidFill>
              <a:srgbClr val="C48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cav_t" descr="Editable text; source id cav_t"/>
          <p:cNvSpPr txBox="1"/>
          <p:nvPr/>
        </p:nvSpPr>
        <p:spPr>
          <a:xfrm>
            <a:off x="9334499" y="4635499"/>
            <a:ext cx="1666874" cy="25399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734"/>
              </a:lnSpc>
              <a:spcBef>
                <a:spcPts val="0"/>
              </a:spcBef>
              <a:spcAft>
                <a:spcPts val="0"/>
              </a:spcAft>
              <a:defRPr sz="1187" b="0" i="0" lang="zh-CN" dirty="0">
                <a:solidFill>
                  <a:srgbClr val="7A541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87" b="0" i="0" lang="zh-CN" dirty="0">
                <a:solidFill>
                  <a:srgbClr val="7A5410"/>
                </a:solidFill>
                <a:latin typeface="Noto Sans CJK SC"/>
                <a:ea typeface="Noto Sans CJK SC"/>
                <a:cs typeface="Noto Sans CJK SC"/>
              </a:rPr>
              <a:t>近邻条件</a:t>
            </a:r>
            <a:r>
              <a:rPr sz="1187" b="0" i="0" lang="zh-CN" dirty="0">
                <a:solidFill>
                  <a:srgbClr val="7A5410"/>
                </a:solidFill>
                <a:latin typeface="DejaVu Sans"/>
                <a:ea typeface="DejaVu Sans"/>
                <a:cs typeface="DejaVu Sans"/>
              </a:rPr>
              <a:t> ≠ </a:t>
            </a:r>
            <a:r>
              <a:rPr sz="1187" b="0" i="0" lang="zh-CN" dirty="0">
                <a:solidFill>
                  <a:srgbClr val="7A5410"/>
                </a:solidFill>
                <a:latin typeface="Noto Sans CJK SC"/>
                <a:ea typeface="Noto Sans CJK SC"/>
                <a:cs typeface="Noto Sans CJK SC"/>
              </a:rPr>
              <a:t>已验证配方</a:t>
            </a:r>
          </a:p>
        </p:txBody>
      </p:sp>
      <p:sp>
        <p:nvSpPr>
          <p:cNvPr id="135" name="u4" descr="Editable shape; source id u4"/>
          <p:cNvSpPr/>
          <p:nvPr/>
        </p:nvSpPr>
        <p:spPr>
          <a:xfrm>
            <a:off x="8540749" y="5556249"/>
            <a:ext cx="3254374" cy="888999"/>
          </a:xfrm>
          <a:prstGeom prst="roundRect">
            <a:avLst>
              <a:gd name="adj" fmla="val 8035"/>
            </a:avLst>
          </a:prstGeom>
          <a:solidFill>
            <a:srgbClr val="FFFFFF"/>
          </a:solidFill>
          <a:ln w="11112">
            <a:solidFill>
              <a:srgbClr val="9AA3AB"/>
            </a:solidFill>
            <a:custDash>
              <a:ds d="857143" sp="571429"/>
            </a:custDash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u4_g_o" descr="Editable shape; source id u4_g_o"/>
          <p:cNvSpPr/>
          <p:nvPr/>
        </p:nvSpPr>
        <p:spPr>
          <a:xfrm>
            <a:off x="8810624" y="5905499"/>
            <a:ext cx="190499" cy="190499"/>
          </a:xfrm>
          <a:prstGeom prst="ellipse">
            <a:avLst/>
          </a:prstGeom>
          <a:noFill/>
          <a:ln w="7937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u4_g_i" descr="Editable shape; source id u4_g_i"/>
          <p:cNvSpPr/>
          <p:nvPr/>
        </p:nvSpPr>
        <p:spPr>
          <a:xfrm>
            <a:off x="8874124" y="5968999"/>
            <a:ext cx="63499" cy="63499"/>
          </a:xfrm>
          <a:prstGeom prst="ellipse">
            <a:avLst/>
          </a:prstGeom>
          <a:noFill/>
          <a:ln w="7937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8" name="u4_g_t506" descr="Editable line; source id u4_g_t506"/>
          <p:cNvCxnSpPr/>
          <p:nvPr/>
        </p:nvCxnSpPr>
        <p:spPr>
          <a:xfrm>
            <a:off x="8905874" y="5857874"/>
            <a:ext cx="0" cy="55563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u4_g_t5078" descr="Editable line; source id u4_g_t5078"/>
          <p:cNvCxnSpPr/>
          <p:nvPr/>
        </p:nvCxnSpPr>
        <p:spPr>
          <a:xfrm>
            <a:off x="8905874" y="6088062"/>
            <a:ext cx="0" cy="55562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u4_g_t650" descr="Editable line; source id u4_g_t650"/>
          <p:cNvCxnSpPr/>
          <p:nvPr/>
        </p:nvCxnSpPr>
        <p:spPr>
          <a:xfrm>
            <a:off x="8762999" y="6000749"/>
            <a:ext cx="55563" cy="0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u4_g_t7850" descr="Editable line; source id u4_g_t7850"/>
          <p:cNvCxnSpPr/>
          <p:nvPr/>
        </p:nvCxnSpPr>
        <p:spPr>
          <a:xfrm>
            <a:off x="8993187" y="6000749"/>
            <a:ext cx="55562" cy="0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2" name="u4_t" descr="Editable text; source id u4_t"/>
          <p:cNvSpPr txBox="1"/>
          <p:nvPr/>
        </p:nvSpPr>
        <p:spPr>
          <a:xfrm>
            <a:off x="9159874" y="5841999"/>
            <a:ext cx="2492374" cy="32543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2187"/>
              </a:lnSpc>
              <a:spcBef>
                <a:spcPts val="0"/>
              </a:spcBef>
              <a:spcAft>
                <a:spcPts val="0"/>
              </a:spcAft>
              <a:defRPr sz="1499" b="1" i="0" lang="zh-CN" dirty="0">
                <a:solidFill>
                  <a:srgbClr val="5B657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99" b="1" i="0" lang="zh-CN" dirty="0">
                <a:solidFill>
                  <a:srgbClr val="5B6570"/>
                </a:solidFill>
                <a:latin typeface="Noto Sans CJK SC"/>
                <a:ea typeface="Noto Sans CJK SC"/>
                <a:cs typeface="Noto Sans CJK SC"/>
              </a:rPr>
              <a:t>划定研究范围</a:t>
            </a:r>
          </a:p>
        </p:txBody>
      </p:sp>
      <p:cxnSp>
        <p:nvCxnSpPr>
          <p:cNvPr id="143" name="br_a1_0" descr="Editable line; source id br_a1_0"/>
          <p:cNvCxnSpPr/>
          <p:nvPr/>
        </p:nvCxnSpPr>
        <p:spPr>
          <a:xfrm>
            <a:off x="4397374" y="1595437"/>
            <a:ext cx="238125" cy="0"/>
          </a:xfrm>
          <a:prstGeom prst="line">
            <a:avLst/>
          </a:prstGeom>
          <a:ln w="14287">
            <a:solidFill>
              <a:srgbClr val="4B55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br_a2_0" descr="Editable line; source id br_a2_0"/>
          <p:cNvCxnSpPr/>
          <p:nvPr/>
        </p:nvCxnSpPr>
        <p:spPr>
          <a:xfrm>
            <a:off x="4397374" y="2484437"/>
            <a:ext cx="238125" cy="0"/>
          </a:xfrm>
          <a:prstGeom prst="line">
            <a:avLst/>
          </a:prstGeom>
          <a:ln w="14287">
            <a:solidFill>
              <a:srgbClr val="4B55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br_a3_0" descr="Editable line; source id br_a3_0"/>
          <p:cNvCxnSpPr/>
          <p:nvPr/>
        </p:nvCxnSpPr>
        <p:spPr>
          <a:xfrm>
            <a:off x="4397374" y="3373437"/>
            <a:ext cx="238125" cy="0"/>
          </a:xfrm>
          <a:prstGeom prst="line">
            <a:avLst/>
          </a:prstGeom>
          <a:ln w="14287">
            <a:solidFill>
              <a:srgbClr val="4B55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br_a4_0" descr="Editable line; source id br_a4_0"/>
          <p:cNvCxnSpPr/>
          <p:nvPr/>
        </p:nvCxnSpPr>
        <p:spPr>
          <a:xfrm>
            <a:off x="4397374" y="4262437"/>
            <a:ext cx="238125" cy="0"/>
          </a:xfrm>
          <a:prstGeom prst="line">
            <a:avLst/>
          </a:prstGeom>
          <a:ln w="14287">
            <a:solidFill>
              <a:srgbClr val="4B55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" name="brv_0" descr="Editable line; source id brv_0"/>
          <p:cNvCxnSpPr/>
          <p:nvPr/>
        </p:nvCxnSpPr>
        <p:spPr>
          <a:xfrm>
            <a:off x="4635499" y="1595437"/>
            <a:ext cx="0" cy="2667000"/>
          </a:xfrm>
          <a:prstGeom prst="line">
            <a:avLst/>
          </a:prstGeom>
          <a:ln w="14287">
            <a:solidFill>
              <a:srgbClr val="4B55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" name="brh_0" descr="Editable line; source id brh_0"/>
          <p:cNvSpPr/>
          <p:nvPr/>
        </p:nvSpPr>
        <p:spPr>
          <a:xfrm>
            <a:off x="4635500" y="2889250"/>
            <a:ext cx="254000" cy="79375"/>
          </a:xfrm>
          <a:custGeom>
            <a:avLst/>
            <a:gdLst/>
            <a:ahLst/>
            <a:cxnLst/>
            <a:rect l="l" t="t" r="r" b="b"/>
            <a:pathLst>
              <a:path w="32000" h="10000">
                <a:moveTo>
                  <a:pt x="0" y="4100"/>
                </a:moveTo>
                <a:lnTo>
                  <a:pt x="20000" y="4100"/>
                </a:lnTo>
                <a:lnTo>
                  <a:pt x="20000" y="0"/>
                </a:lnTo>
                <a:lnTo>
                  <a:pt x="32000" y="5000"/>
                </a:lnTo>
                <a:lnTo>
                  <a:pt x="20000" y="10000"/>
                </a:lnTo>
                <a:lnTo>
                  <a:pt x="20000" y="5900"/>
                </a:lnTo>
                <a:lnTo>
                  <a:pt x="0" y="5900"/>
                </a:lnTo>
                <a:close/>
              </a:path>
            </a:pathLst>
          </a:cu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9" name="fan0_0" descr="Editable line; source id fan0_0"/>
          <p:cNvCxnSpPr/>
          <p:nvPr/>
        </p:nvCxnSpPr>
        <p:spPr>
          <a:xfrm>
            <a:off x="7985124" y="3333749"/>
            <a:ext cx="190500" cy="0"/>
          </a:xfrm>
          <a:prstGeom prst="line">
            <a:avLst/>
          </a:prstGeom>
          <a:ln w="14287">
            <a:solidFill>
              <a:srgbClr val="4B55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fanv_0" descr="Editable line; source id fanv_0"/>
          <p:cNvCxnSpPr/>
          <p:nvPr/>
        </p:nvCxnSpPr>
        <p:spPr>
          <a:xfrm>
            <a:off x="8175624" y="1635124"/>
            <a:ext cx="0" cy="2095500"/>
          </a:xfrm>
          <a:prstGeom prst="line">
            <a:avLst/>
          </a:prstGeom>
          <a:ln w="14287">
            <a:solidFill>
              <a:srgbClr val="4B55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fan1_0" descr="Editable line; source id fan1_0"/>
          <p:cNvSpPr/>
          <p:nvPr/>
        </p:nvSpPr>
        <p:spPr>
          <a:xfrm>
            <a:off x="8175625" y="1595437"/>
            <a:ext cx="333375" cy="79375"/>
          </a:xfrm>
          <a:custGeom>
            <a:avLst/>
            <a:gdLst/>
            <a:ahLst/>
            <a:cxnLst/>
            <a:rect l="l" t="t" r="r" b="b"/>
            <a:pathLst>
              <a:path w="42000" h="10000">
                <a:moveTo>
                  <a:pt x="0" y="4100"/>
                </a:moveTo>
                <a:lnTo>
                  <a:pt x="30000" y="4100"/>
                </a:lnTo>
                <a:lnTo>
                  <a:pt x="30000" y="0"/>
                </a:lnTo>
                <a:lnTo>
                  <a:pt x="42000" y="5000"/>
                </a:lnTo>
                <a:lnTo>
                  <a:pt x="30000" y="10000"/>
                </a:lnTo>
                <a:lnTo>
                  <a:pt x="30000" y="5900"/>
                </a:lnTo>
                <a:lnTo>
                  <a:pt x="0" y="5900"/>
                </a:lnTo>
                <a:close/>
              </a:path>
            </a:pathLst>
          </a:cu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fan2_0" descr="Editable line; source id fan2_0"/>
          <p:cNvSpPr/>
          <p:nvPr/>
        </p:nvSpPr>
        <p:spPr>
          <a:xfrm>
            <a:off x="8175625" y="2643187"/>
            <a:ext cx="333375" cy="79375"/>
          </a:xfrm>
          <a:custGeom>
            <a:avLst/>
            <a:gdLst/>
            <a:ahLst/>
            <a:cxnLst/>
            <a:rect l="l" t="t" r="r" b="b"/>
            <a:pathLst>
              <a:path w="42000" h="10000">
                <a:moveTo>
                  <a:pt x="0" y="4100"/>
                </a:moveTo>
                <a:lnTo>
                  <a:pt x="30000" y="4100"/>
                </a:lnTo>
                <a:lnTo>
                  <a:pt x="30000" y="0"/>
                </a:lnTo>
                <a:lnTo>
                  <a:pt x="42000" y="5000"/>
                </a:lnTo>
                <a:lnTo>
                  <a:pt x="30000" y="10000"/>
                </a:lnTo>
                <a:lnTo>
                  <a:pt x="30000" y="5900"/>
                </a:lnTo>
                <a:lnTo>
                  <a:pt x="0" y="5900"/>
                </a:lnTo>
                <a:close/>
              </a:path>
            </a:pathLst>
          </a:cu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fan3_0" descr="Editable line; source id fan3_0"/>
          <p:cNvSpPr/>
          <p:nvPr/>
        </p:nvSpPr>
        <p:spPr>
          <a:xfrm>
            <a:off x="8175625" y="3690937"/>
            <a:ext cx="333375" cy="79375"/>
          </a:xfrm>
          <a:custGeom>
            <a:avLst/>
            <a:gdLst/>
            <a:ahLst/>
            <a:cxnLst/>
            <a:rect l="l" t="t" r="r" b="b"/>
            <a:pathLst>
              <a:path w="42000" h="10000">
                <a:moveTo>
                  <a:pt x="0" y="4100"/>
                </a:moveTo>
                <a:lnTo>
                  <a:pt x="30000" y="4100"/>
                </a:lnTo>
                <a:lnTo>
                  <a:pt x="30000" y="0"/>
                </a:lnTo>
                <a:lnTo>
                  <a:pt x="42000" y="5000"/>
                </a:lnTo>
                <a:lnTo>
                  <a:pt x="30000" y="10000"/>
                </a:lnTo>
                <a:lnTo>
                  <a:pt x="30000" y="5900"/>
                </a:lnTo>
                <a:lnTo>
                  <a:pt x="0" y="5900"/>
                </a:lnTo>
                <a:close/>
              </a:path>
            </a:pathLst>
          </a:cu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4" name="ex_0" descr="Editable line; source id ex_0"/>
          <p:cNvCxnSpPr/>
          <p:nvPr/>
        </p:nvCxnSpPr>
        <p:spPr>
          <a:xfrm>
            <a:off x="4397374" y="6000749"/>
            <a:ext cx="4111625" cy="0"/>
          </a:xfrm>
          <a:prstGeom prst="line">
            <a:avLst/>
          </a:prstGeom>
          <a:ln w="14287">
            <a:solidFill>
              <a:srgbClr val="4B5563"/>
            </a:solidFill>
            <a:custDash>
              <a:ds d="611111" sp="388889"/>
            </a:custDash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5" name="ex_p" descr="Editable shape; source id ex_p"/>
          <p:cNvSpPr/>
          <p:nvPr/>
        </p:nvSpPr>
        <p:spPr>
          <a:xfrm>
            <a:off x="6159499" y="5841999"/>
            <a:ext cx="587374" cy="31749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731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ex_p_t" descr="Editable text; source id ex_p_t"/>
          <p:cNvSpPr txBox="1"/>
          <p:nvPr/>
        </p:nvSpPr>
        <p:spPr>
          <a:xfrm>
            <a:off x="6238874" y="5873749"/>
            <a:ext cx="428624" cy="25399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734"/>
              </a:lnSpc>
              <a:spcBef>
                <a:spcPts val="0"/>
              </a:spcBef>
              <a:spcAft>
                <a:spcPts val="0"/>
              </a:spcAft>
              <a:defRPr sz="1187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87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排除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Editable reconstruction</dc:title>
  <dc:subject>Reconstructed from source images; see validation and font manifest</dc:subject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