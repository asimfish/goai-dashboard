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4063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综述路线图（super_teaser 第四轮 R05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A" descr="Editable shape; source id zA"/>
          <p:cNvSpPr/>
          <p:nvPr/>
        </p:nvSpPr>
        <p:spPr>
          <a:xfrm>
            <a:off x="190850" y="471513"/>
            <a:ext cx="5759204" cy="3177104"/>
          </a:xfrm>
          <a:prstGeom prst="roundRect">
            <a:avLst>
              <a:gd name="adj" fmla="val 2473"/>
            </a:avLst>
          </a:prstGeom>
          <a:solidFill>
            <a:srgbClr val="EEF2F7"/>
          </a:solidFill>
          <a:ln w="6735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A_l" descr="Editable text; source id zA_l"/>
          <p:cNvSpPr txBox="1"/>
          <p:nvPr/>
        </p:nvSpPr>
        <p:spPr>
          <a:xfrm>
            <a:off x="291889" y="3384795"/>
            <a:ext cx="639911" cy="20769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359"/>
              </a:lnSpc>
              <a:spcBef>
                <a:spcPts val="0"/>
              </a:spcBef>
              <a:spcAft>
                <a:spcPts val="0"/>
              </a:spcAft>
              <a:defRPr sz="928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28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B" descr="Editable shape; source id zB"/>
          <p:cNvSpPr/>
          <p:nvPr/>
        </p:nvSpPr>
        <p:spPr>
          <a:xfrm>
            <a:off x="6365436" y="471513"/>
            <a:ext cx="5736751" cy="3177104"/>
          </a:xfrm>
          <a:prstGeom prst="roundRect">
            <a:avLst>
              <a:gd name="adj" fmla="val 2473"/>
            </a:avLst>
          </a:prstGeom>
          <a:solidFill>
            <a:srgbClr val="E6F2F3"/>
          </a:solidFill>
          <a:ln w="6735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B_l" descr="Editable text; source id zB_l"/>
          <p:cNvSpPr txBox="1"/>
          <p:nvPr/>
        </p:nvSpPr>
        <p:spPr>
          <a:xfrm>
            <a:off x="6466474" y="3384795"/>
            <a:ext cx="639911" cy="207690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359"/>
              </a:lnSpc>
              <a:spcBef>
                <a:spcPts val="0"/>
              </a:spcBef>
              <a:spcAft>
                <a:spcPts val="0"/>
              </a:spcAft>
              <a:defRPr sz="9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28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n1" descr="Editable shape; source id n1"/>
          <p:cNvSpPr/>
          <p:nvPr/>
        </p:nvSpPr>
        <p:spPr>
          <a:xfrm>
            <a:off x="336795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1_a" descr="Editable shape; source id n1_a"/>
          <p:cNvSpPr/>
          <p:nvPr/>
        </p:nvSpPr>
        <p:spPr>
          <a:xfrm>
            <a:off x="336795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1_t" descr="Editable text; source id n1_t"/>
          <p:cNvSpPr txBox="1"/>
          <p:nvPr/>
        </p:nvSpPr>
        <p:spPr>
          <a:xfrm>
            <a:off x="437834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结构基础</a:t>
            </a:r>
          </a:p>
        </p:txBody>
      </p:sp>
      <p:sp>
        <p:nvSpPr>
          <p:cNvPr id="9" name="n1_n" descr="Editable text; source id n1_n"/>
          <p:cNvSpPr txBox="1"/>
          <p:nvPr/>
        </p:nvSpPr>
        <p:spPr>
          <a:xfrm>
            <a:off x="437834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cxnSp>
        <p:nvCxnSpPr>
          <p:cNvPr id="10" name="n1_g_o_0" descr="Editable line; source id n1_g_o_0"/>
          <p:cNvCxnSpPr/>
          <p:nvPr/>
        </p:nvCxnSpPr>
        <p:spPr>
          <a:xfrm>
            <a:off x="1038453" y="1947801"/>
            <a:ext cx="196464" cy="129105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n1_g_o_1" descr="Editable line; source id n1_g_o_1"/>
          <p:cNvCxnSpPr/>
          <p:nvPr/>
        </p:nvCxnSpPr>
        <p:spPr>
          <a:xfrm flipH="1">
            <a:off x="1145104" y="2076906"/>
            <a:ext cx="89813" cy="263823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n1_g_o_2" descr="Editable line; source id n1_g_o_2"/>
          <p:cNvCxnSpPr/>
          <p:nvPr/>
        </p:nvCxnSpPr>
        <p:spPr>
          <a:xfrm flipH="1">
            <a:off x="931801" y="2340729"/>
            <a:ext cx="213303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n1_g_o_3" descr="Editable line; source id n1_g_o_3"/>
          <p:cNvCxnSpPr/>
          <p:nvPr/>
        </p:nvCxnSpPr>
        <p:spPr>
          <a:xfrm flipH="1" flipV="1">
            <a:off x="841988" y="2076906"/>
            <a:ext cx="89813" cy="263823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n1_g_o_4" descr="Editable line; source id n1_g_o_4"/>
          <p:cNvCxnSpPr/>
          <p:nvPr/>
        </p:nvCxnSpPr>
        <p:spPr>
          <a:xfrm flipV="1">
            <a:off x="841988" y="1947801"/>
            <a:ext cx="196465" cy="129105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n1_g_a" descr="Editable line; source id n1_g_a"/>
          <p:cNvCxnSpPr/>
          <p:nvPr/>
        </p:nvCxnSpPr>
        <p:spPr>
          <a:xfrm>
            <a:off x="1038453" y="1947801"/>
            <a:ext cx="0" cy="392928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n1_g_b" descr="Editable line; source id n1_g_b"/>
          <p:cNvCxnSpPr/>
          <p:nvPr/>
        </p:nvCxnSpPr>
        <p:spPr>
          <a:xfrm>
            <a:off x="841988" y="2076906"/>
            <a:ext cx="392929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n1_s" descr="Editable shape; source id n1_s"/>
          <p:cNvSpPr/>
          <p:nvPr/>
        </p:nvSpPr>
        <p:spPr>
          <a:xfrm>
            <a:off x="426607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1_s_t" descr="Editable text; source id n1_s_t"/>
          <p:cNvSpPr txBox="1"/>
          <p:nvPr/>
        </p:nvSpPr>
        <p:spPr>
          <a:xfrm>
            <a:off x="465900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低温与高温多晶型</a:t>
            </a:r>
          </a:p>
        </p:txBody>
      </p:sp>
      <p:sp>
        <p:nvSpPr>
          <p:cNvPr id="19" name="n2" descr="Editable shape; source id n2"/>
          <p:cNvSpPr/>
          <p:nvPr/>
        </p:nvSpPr>
        <p:spPr>
          <a:xfrm>
            <a:off x="2357569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2_a" descr="Editable shape; source id n2_a"/>
          <p:cNvSpPr/>
          <p:nvPr/>
        </p:nvSpPr>
        <p:spPr>
          <a:xfrm>
            <a:off x="2357569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_t" descr="Editable text; source id n2_t"/>
          <p:cNvSpPr txBox="1"/>
          <p:nvPr/>
        </p:nvSpPr>
        <p:spPr>
          <a:xfrm>
            <a:off x="2458607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22" name="n2_n" descr="Editable text; source id n2_n"/>
          <p:cNvSpPr txBox="1"/>
          <p:nvPr/>
        </p:nvSpPr>
        <p:spPr>
          <a:xfrm>
            <a:off x="2458607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cxnSp>
        <p:nvCxnSpPr>
          <p:cNvPr id="23" name="n2_g_b_0" descr="Editable line; source id n2_g_b_0"/>
          <p:cNvCxnSpPr/>
          <p:nvPr/>
        </p:nvCxnSpPr>
        <p:spPr>
          <a:xfrm>
            <a:off x="2918894" y="2054452"/>
            <a:ext cx="50520" cy="269437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n2_g_b_1" descr="Editable line; source id n2_g_b_1"/>
          <p:cNvCxnSpPr/>
          <p:nvPr/>
        </p:nvCxnSpPr>
        <p:spPr>
          <a:xfrm>
            <a:off x="2969414" y="2323889"/>
            <a:ext cx="179624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n2_g_b_2" descr="Editable line; source id n2_g_b_2"/>
          <p:cNvCxnSpPr/>
          <p:nvPr/>
        </p:nvCxnSpPr>
        <p:spPr>
          <a:xfrm flipV="1">
            <a:off x="3149038" y="2054452"/>
            <a:ext cx="50519" cy="269437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n2_g_r" descr="Editable line; source id n2_g_r"/>
          <p:cNvCxnSpPr/>
          <p:nvPr/>
        </p:nvCxnSpPr>
        <p:spPr>
          <a:xfrm>
            <a:off x="2890828" y="2054452"/>
            <a:ext cx="336796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n2_s" descr="Editable shape; source id n2_s"/>
          <p:cNvSpPr/>
          <p:nvPr/>
        </p:nvSpPr>
        <p:spPr>
          <a:xfrm>
            <a:off x="2447381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2_s_t" descr="Editable text; source id n2_s_t"/>
          <p:cNvSpPr txBox="1"/>
          <p:nvPr/>
        </p:nvSpPr>
        <p:spPr>
          <a:xfrm>
            <a:off x="2486673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29" name="n3" descr="Editable shape; source id n3"/>
          <p:cNvSpPr/>
          <p:nvPr/>
        </p:nvSpPr>
        <p:spPr>
          <a:xfrm>
            <a:off x="4378342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3_a" descr="Editable shape; source id n3_a"/>
          <p:cNvSpPr/>
          <p:nvPr/>
        </p:nvSpPr>
        <p:spPr>
          <a:xfrm>
            <a:off x="4378342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n3_t" descr="Editable text; source id n3_t"/>
          <p:cNvSpPr txBox="1"/>
          <p:nvPr/>
        </p:nvSpPr>
        <p:spPr>
          <a:xfrm>
            <a:off x="4479381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相控制</a:t>
            </a:r>
          </a:p>
        </p:txBody>
      </p:sp>
      <p:sp>
        <p:nvSpPr>
          <p:cNvPr id="32" name="n3_n" descr="Editable text; source id n3_n"/>
          <p:cNvSpPr txBox="1"/>
          <p:nvPr/>
        </p:nvSpPr>
        <p:spPr>
          <a:xfrm>
            <a:off x="4479381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cxnSp>
        <p:nvCxnSpPr>
          <p:cNvPr id="33" name="n3_g_t_0" descr="Editable line; source id n3_g_t_0"/>
          <p:cNvCxnSpPr/>
          <p:nvPr/>
        </p:nvCxnSpPr>
        <p:spPr>
          <a:xfrm>
            <a:off x="5079999" y="1959027"/>
            <a:ext cx="196464" cy="376088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n3_g_t_1" descr="Editable line; source id n3_g_t_1"/>
          <p:cNvCxnSpPr/>
          <p:nvPr/>
        </p:nvCxnSpPr>
        <p:spPr>
          <a:xfrm flipH="1">
            <a:off x="4883535" y="2335115"/>
            <a:ext cx="392928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3_g_t_2" descr="Editable line; source id n3_g_t_2"/>
          <p:cNvCxnSpPr/>
          <p:nvPr/>
        </p:nvCxnSpPr>
        <p:spPr>
          <a:xfrm flipV="1">
            <a:off x="4883535" y="1959027"/>
            <a:ext cx="196464" cy="376088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3_g_i_0" descr="Editable line; source id n3_g_i_0"/>
          <p:cNvCxnSpPr/>
          <p:nvPr/>
        </p:nvCxnSpPr>
        <p:spPr>
          <a:xfrm>
            <a:off x="5079999" y="1959027"/>
            <a:ext cx="61746" cy="246983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3_g_i_1" descr="Editable line; source id n3_g_i_1"/>
          <p:cNvCxnSpPr/>
          <p:nvPr/>
        </p:nvCxnSpPr>
        <p:spPr>
          <a:xfrm flipH="1">
            <a:off x="4883535" y="2206010"/>
            <a:ext cx="258210" cy="129105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n3_g_d" descr="Editable shape; source id n3_g_d"/>
          <p:cNvSpPr/>
          <p:nvPr/>
        </p:nvSpPr>
        <p:spPr>
          <a:xfrm>
            <a:off x="5141745" y="2217237"/>
            <a:ext cx="61745" cy="61745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3_s" descr="Editable shape; source id n3_s"/>
          <p:cNvSpPr/>
          <p:nvPr/>
        </p:nvSpPr>
        <p:spPr>
          <a:xfrm>
            <a:off x="4468154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3_s_t" descr="Editable text; source id n3_s_t"/>
          <p:cNvSpPr txBox="1"/>
          <p:nvPr/>
        </p:nvSpPr>
        <p:spPr>
          <a:xfrm>
            <a:off x="4507447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组成</a:t>
            </a: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热处理</a:t>
            </a:r>
          </a:p>
        </p:txBody>
      </p:sp>
      <p:sp>
        <p:nvSpPr>
          <p:cNvPr id="41" name="n4" descr="Editable shape; source id n4"/>
          <p:cNvSpPr/>
          <p:nvPr/>
        </p:nvSpPr>
        <p:spPr>
          <a:xfrm>
            <a:off x="6511381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4_a" descr="Editable shape; source id n4_a"/>
          <p:cNvSpPr/>
          <p:nvPr/>
        </p:nvSpPr>
        <p:spPr>
          <a:xfrm>
            <a:off x="6511381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4_t" descr="Editable text; source id n4_t"/>
          <p:cNvSpPr txBox="1"/>
          <p:nvPr/>
        </p:nvSpPr>
        <p:spPr>
          <a:xfrm>
            <a:off x="6612419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44" name="n4_n" descr="Editable text; source id n4_n"/>
          <p:cNvSpPr txBox="1"/>
          <p:nvPr/>
        </p:nvSpPr>
        <p:spPr>
          <a:xfrm>
            <a:off x="6612419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cxnSp>
        <p:nvCxnSpPr>
          <p:cNvPr id="45" name="n4_g_h0" descr="Editable line; source id n4_g_h0"/>
          <p:cNvCxnSpPr/>
          <p:nvPr/>
        </p:nvCxnSpPr>
        <p:spPr>
          <a:xfrm>
            <a:off x="7055867" y="1998320"/>
            <a:ext cx="314342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n4_g_v0" descr="Editable line; source id n4_g_v0"/>
          <p:cNvCxnSpPr/>
          <p:nvPr/>
        </p:nvCxnSpPr>
        <p:spPr>
          <a:xfrm>
            <a:off x="7055867" y="1998320"/>
            <a:ext cx="0" cy="31434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n4_g_h1" descr="Editable line; source id n4_g_h1"/>
          <p:cNvCxnSpPr/>
          <p:nvPr/>
        </p:nvCxnSpPr>
        <p:spPr>
          <a:xfrm>
            <a:off x="7055867" y="2155491"/>
            <a:ext cx="314342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n4_g_v1" descr="Editable line; source id n4_g_v1"/>
          <p:cNvCxnSpPr/>
          <p:nvPr/>
        </p:nvCxnSpPr>
        <p:spPr>
          <a:xfrm>
            <a:off x="7213038" y="1998320"/>
            <a:ext cx="0" cy="31434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n4_g_h2" descr="Editable line; source id n4_g_h2"/>
          <p:cNvCxnSpPr/>
          <p:nvPr/>
        </p:nvCxnSpPr>
        <p:spPr>
          <a:xfrm>
            <a:off x="7055867" y="2312662"/>
            <a:ext cx="314342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n4_g_v2" descr="Editable line; source id n4_g_v2"/>
          <p:cNvCxnSpPr/>
          <p:nvPr/>
        </p:nvCxnSpPr>
        <p:spPr>
          <a:xfrm>
            <a:off x="7370209" y="1998320"/>
            <a:ext cx="0" cy="31434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n4_g_d00" descr="Editable shape; source id n4_g_d00"/>
          <p:cNvSpPr/>
          <p:nvPr/>
        </p:nvSpPr>
        <p:spPr>
          <a:xfrm>
            <a:off x="7022187" y="1964640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4_g_d01" descr="Editable shape; source id n4_g_d01"/>
          <p:cNvSpPr/>
          <p:nvPr/>
        </p:nvSpPr>
        <p:spPr>
          <a:xfrm>
            <a:off x="7022187" y="2121812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n4_g_d02" descr="Editable shape; source id n4_g_d02"/>
          <p:cNvSpPr/>
          <p:nvPr/>
        </p:nvSpPr>
        <p:spPr>
          <a:xfrm>
            <a:off x="7022187" y="2278983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4_g_d10" descr="Editable shape; source id n4_g_d10"/>
          <p:cNvSpPr/>
          <p:nvPr/>
        </p:nvSpPr>
        <p:spPr>
          <a:xfrm>
            <a:off x="7179358" y="1964640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n4_g_d11" descr="Editable shape; source id n4_g_d11"/>
          <p:cNvSpPr/>
          <p:nvPr/>
        </p:nvSpPr>
        <p:spPr>
          <a:xfrm>
            <a:off x="7179358" y="2121812"/>
            <a:ext cx="67359" cy="67359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n4_g_d12" descr="Editable shape; source id n4_g_d12"/>
          <p:cNvSpPr/>
          <p:nvPr/>
        </p:nvSpPr>
        <p:spPr>
          <a:xfrm>
            <a:off x="7179358" y="2278983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n4_g_d20" descr="Editable shape; source id n4_g_d20"/>
          <p:cNvSpPr/>
          <p:nvPr/>
        </p:nvSpPr>
        <p:spPr>
          <a:xfrm>
            <a:off x="7336530" y="1964640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n4_g_d21" descr="Editable shape; source id n4_g_d21"/>
          <p:cNvSpPr/>
          <p:nvPr/>
        </p:nvSpPr>
        <p:spPr>
          <a:xfrm>
            <a:off x="7336530" y="2121812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n4_g_d22" descr="Editable shape; source id n4_g_d22"/>
          <p:cNvSpPr/>
          <p:nvPr/>
        </p:nvSpPr>
        <p:spPr>
          <a:xfrm>
            <a:off x="7336530" y="2278983"/>
            <a:ext cx="67359" cy="6735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4_s" descr="Editable shape; source id n4_s"/>
          <p:cNvSpPr/>
          <p:nvPr/>
        </p:nvSpPr>
        <p:spPr>
          <a:xfrm>
            <a:off x="6601193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4_s_t" descr="Editable text; source id n4_s_t"/>
          <p:cNvSpPr txBox="1"/>
          <p:nvPr/>
        </p:nvSpPr>
        <p:spPr>
          <a:xfrm>
            <a:off x="6640486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Ba–Sr–Zn–Si</a:t>
            </a:r>
          </a:p>
        </p:txBody>
      </p:sp>
      <p:sp>
        <p:nvSpPr>
          <p:cNvPr id="62" name="n5" descr="Editable shape; source id n5"/>
          <p:cNvSpPr/>
          <p:nvPr/>
        </p:nvSpPr>
        <p:spPr>
          <a:xfrm>
            <a:off x="8532154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5_a" descr="Editable shape; source id n5_a"/>
          <p:cNvSpPr/>
          <p:nvPr/>
        </p:nvSpPr>
        <p:spPr>
          <a:xfrm>
            <a:off x="8532154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5_t" descr="Editable text; source id n5_t"/>
          <p:cNvSpPr txBox="1"/>
          <p:nvPr/>
        </p:nvSpPr>
        <p:spPr>
          <a:xfrm>
            <a:off x="8633193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类似物判据</a:t>
            </a:r>
          </a:p>
        </p:txBody>
      </p:sp>
      <p:sp>
        <p:nvSpPr>
          <p:cNvPr id="65" name="n5_n" descr="Editable text; source id n5_n"/>
          <p:cNvSpPr txBox="1"/>
          <p:nvPr/>
        </p:nvSpPr>
        <p:spPr>
          <a:xfrm>
            <a:off x="8633193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cxnSp>
        <p:nvCxnSpPr>
          <p:cNvPr id="66" name="n5_g_p" descr="Editable line; source id n5_g_p"/>
          <p:cNvCxnSpPr/>
          <p:nvPr/>
        </p:nvCxnSpPr>
        <p:spPr>
          <a:xfrm>
            <a:off x="9233811" y="1975867"/>
            <a:ext cx="0" cy="319956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n5_g_b" descr="Editable line; source id n5_g_b"/>
          <p:cNvCxnSpPr/>
          <p:nvPr/>
        </p:nvCxnSpPr>
        <p:spPr>
          <a:xfrm>
            <a:off x="9065414" y="2048839"/>
            <a:ext cx="336795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n5_g_l_0" descr="Editable line; source id n5_g_l_0"/>
          <p:cNvCxnSpPr/>
          <p:nvPr/>
        </p:nvCxnSpPr>
        <p:spPr>
          <a:xfrm flipH="1">
            <a:off x="9014894" y="2048839"/>
            <a:ext cx="50520" cy="10665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n5_g_l_1" descr="Editable line; source id n5_g_l_1"/>
          <p:cNvCxnSpPr/>
          <p:nvPr/>
        </p:nvCxnSpPr>
        <p:spPr>
          <a:xfrm>
            <a:off x="9014894" y="2155491"/>
            <a:ext cx="101039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n5_g_l_2" descr="Editable line; source id n5_g_l_2"/>
          <p:cNvCxnSpPr/>
          <p:nvPr/>
        </p:nvCxnSpPr>
        <p:spPr>
          <a:xfrm flipH="1" flipV="1">
            <a:off x="9065414" y="2048839"/>
            <a:ext cx="50519" cy="10665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n5_g_r_0" descr="Editable line; source id n5_g_r_0"/>
          <p:cNvCxnSpPr/>
          <p:nvPr/>
        </p:nvCxnSpPr>
        <p:spPr>
          <a:xfrm flipH="1">
            <a:off x="9351690" y="2048839"/>
            <a:ext cx="50519" cy="10665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n5_g_r_1" descr="Editable line; source id n5_g_r_1"/>
          <p:cNvCxnSpPr/>
          <p:nvPr/>
        </p:nvCxnSpPr>
        <p:spPr>
          <a:xfrm>
            <a:off x="9351690" y="2155491"/>
            <a:ext cx="101039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n5_g_r_2" descr="Editable line; source id n5_g_r_2"/>
          <p:cNvCxnSpPr/>
          <p:nvPr/>
        </p:nvCxnSpPr>
        <p:spPr>
          <a:xfrm flipH="1" flipV="1">
            <a:off x="9402209" y="2048839"/>
            <a:ext cx="50520" cy="106652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n5_g_f" descr="Editable line; source id n5_g_f"/>
          <p:cNvCxnSpPr/>
          <p:nvPr/>
        </p:nvCxnSpPr>
        <p:spPr>
          <a:xfrm>
            <a:off x="9132773" y="2335115"/>
            <a:ext cx="202077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n5_s" descr="Editable shape; source id n5_s"/>
          <p:cNvSpPr/>
          <p:nvPr/>
        </p:nvSpPr>
        <p:spPr>
          <a:xfrm>
            <a:off x="8621966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n5_s_t" descr="Editable text; source id n5_s_t"/>
          <p:cNvSpPr txBox="1"/>
          <p:nvPr/>
        </p:nvSpPr>
        <p:spPr>
          <a:xfrm>
            <a:off x="8661259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77" name="n6" descr="Editable shape; source id n6"/>
          <p:cNvSpPr/>
          <p:nvPr/>
        </p:nvSpPr>
        <p:spPr>
          <a:xfrm>
            <a:off x="10552927" y="819535"/>
            <a:ext cx="1403314" cy="2469834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7858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n6_a" descr="Editable shape; source id n6_a"/>
          <p:cNvSpPr/>
          <p:nvPr/>
        </p:nvSpPr>
        <p:spPr>
          <a:xfrm>
            <a:off x="10552927" y="819535"/>
            <a:ext cx="1403314" cy="3367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6_t" descr="Editable text; source id n6_t"/>
          <p:cNvSpPr txBox="1"/>
          <p:nvPr/>
        </p:nvSpPr>
        <p:spPr>
          <a:xfrm>
            <a:off x="10653966" y="1291049"/>
            <a:ext cx="1201237" cy="21891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01"/>
              </a:lnSpc>
              <a:spcBef>
                <a:spcPts val="0"/>
              </a:spcBef>
              <a:spcAft>
                <a:spcPts val="0"/>
              </a:spcAft>
              <a:defRPr sz="117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71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实验优先级</a:t>
            </a:r>
          </a:p>
        </p:txBody>
      </p:sp>
      <p:sp>
        <p:nvSpPr>
          <p:cNvPr id="80" name="n6_n" descr="Editable text; source id n6_n"/>
          <p:cNvSpPr txBox="1"/>
          <p:nvPr/>
        </p:nvSpPr>
        <p:spPr>
          <a:xfrm>
            <a:off x="10653966" y="931801"/>
            <a:ext cx="303116" cy="157171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928"/>
              </a:lnSpc>
              <a:spcBef>
                <a:spcPts val="0"/>
              </a:spcBef>
              <a:spcAft>
                <a:spcPts val="0"/>
              </a:spcAft>
              <a:def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defRPr>
            </a:pPr>
            <a:r>
              <a:rPr sz="795" b="1" i="0" lang="zh-CN" dirty="0">
                <a:solidFill>
                  <a:srgbClr val="97A3AE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81" name="n6_g_b0" descr="Editable shape; source id n6_g_b0"/>
          <p:cNvSpPr/>
          <p:nvPr/>
        </p:nvSpPr>
        <p:spPr>
          <a:xfrm>
            <a:off x="11069347" y="2009546"/>
            <a:ext cx="101038" cy="101038"/>
          </a:xfrm>
          <a:prstGeom prst="rect">
            <a:avLst/>
          </a:prstGeom>
          <a:noFill/>
          <a:ln w="9879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n6_g_l0" descr="Editable line; source id n6_g_l0"/>
          <p:cNvCxnSpPr/>
          <p:nvPr/>
        </p:nvCxnSpPr>
        <p:spPr>
          <a:xfrm>
            <a:off x="11226519" y="2054452"/>
            <a:ext cx="224530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n6_g_k0_0" descr="Editable line; source id n6_g_k0_0"/>
          <p:cNvCxnSpPr/>
          <p:nvPr/>
        </p:nvCxnSpPr>
        <p:spPr>
          <a:xfrm>
            <a:off x="11086187" y="2060066"/>
            <a:ext cx="22453" cy="28066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n6_g_k0_1" descr="Editable line; source id n6_g_k0_1"/>
          <p:cNvCxnSpPr/>
          <p:nvPr/>
        </p:nvCxnSpPr>
        <p:spPr>
          <a:xfrm flipV="1">
            <a:off x="11108640" y="2026386"/>
            <a:ext cx="44906" cy="61746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n6_g_b1" descr="Editable shape; source id n6_g_b1"/>
          <p:cNvSpPr/>
          <p:nvPr/>
        </p:nvSpPr>
        <p:spPr>
          <a:xfrm>
            <a:off x="11069347" y="2133038"/>
            <a:ext cx="101038" cy="101038"/>
          </a:xfrm>
          <a:prstGeom prst="rect">
            <a:avLst/>
          </a:prstGeom>
          <a:noFill/>
          <a:ln w="9879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n6_g_l1" descr="Editable line; source id n6_g_l1"/>
          <p:cNvCxnSpPr/>
          <p:nvPr/>
        </p:nvCxnSpPr>
        <p:spPr>
          <a:xfrm>
            <a:off x="11226519" y="2183557"/>
            <a:ext cx="224530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n6_g_k1_0" descr="Editable line; source id n6_g_k1_0"/>
          <p:cNvCxnSpPr/>
          <p:nvPr/>
        </p:nvCxnSpPr>
        <p:spPr>
          <a:xfrm>
            <a:off x="11086187" y="2189171"/>
            <a:ext cx="22453" cy="28066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n6_g_k1_1" descr="Editable line; source id n6_g_k1_1"/>
          <p:cNvCxnSpPr/>
          <p:nvPr/>
        </p:nvCxnSpPr>
        <p:spPr>
          <a:xfrm flipV="1">
            <a:off x="11108640" y="2155491"/>
            <a:ext cx="44906" cy="61746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n6_g_b2" descr="Editable shape; source id n6_g_b2"/>
          <p:cNvSpPr/>
          <p:nvPr/>
        </p:nvSpPr>
        <p:spPr>
          <a:xfrm>
            <a:off x="11069347" y="2262143"/>
            <a:ext cx="101038" cy="101038"/>
          </a:xfrm>
          <a:prstGeom prst="rect">
            <a:avLst/>
          </a:prstGeom>
          <a:noFill/>
          <a:ln w="9879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n6_g_l2" descr="Editable line; source id n6_g_l2"/>
          <p:cNvCxnSpPr/>
          <p:nvPr/>
        </p:nvCxnSpPr>
        <p:spPr>
          <a:xfrm>
            <a:off x="11226519" y="2312662"/>
            <a:ext cx="224530" cy="0"/>
          </a:xfrm>
          <a:prstGeom prst="line">
            <a:avLst/>
          </a:prstGeom>
          <a:ln w="9879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n6_s" descr="Editable shape; source id n6_s"/>
          <p:cNvSpPr/>
          <p:nvPr/>
        </p:nvSpPr>
        <p:spPr>
          <a:xfrm>
            <a:off x="10642740" y="2615778"/>
            <a:ext cx="1223690" cy="370475"/>
          </a:xfrm>
          <a:prstGeom prst="roundRect">
            <a:avLst>
              <a:gd name="adj" fmla="val 9090"/>
            </a:avLst>
          </a:prstGeom>
          <a:solidFill>
            <a:srgbClr val="F7F9FB"/>
          </a:solidFill>
          <a:ln w="6735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n6_s_t" descr="Editable text; source id n6_s_t"/>
          <p:cNvSpPr txBox="1"/>
          <p:nvPr/>
        </p:nvSpPr>
        <p:spPr>
          <a:xfrm>
            <a:off x="10682032" y="2638231"/>
            <a:ext cx="1145104" cy="32556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def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相图</a:t>
            </a: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  <a:r>
              <a:rPr sz="79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79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热力学</a:t>
            </a:r>
          </a:p>
        </p:txBody>
      </p:sp>
      <p:sp>
        <p:nvSpPr>
          <p:cNvPr id="93" name="e0_0" descr="Editable line; source id e0_0"/>
          <p:cNvSpPr/>
          <p:nvPr/>
        </p:nvSpPr>
        <p:spPr>
          <a:xfrm>
            <a:off x="1785017" y="2026387"/>
            <a:ext cx="527646" cy="56133"/>
          </a:xfrm>
          <a:custGeom>
            <a:avLst/>
            <a:gdLst/>
            <a:ahLst/>
            <a:cxnLst/>
            <a:rect l="l" t="t" r="r" b="b"/>
            <a:pathLst>
              <a:path w="94000" h="10000">
                <a:moveTo>
                  <a:pt x="0" y="4100"/>
                </a:moveTo>
                <a:lnTo>
                  <a:pt x="82000" y="4100"/>
                </a:lnTo>
                <a:lnTo>
                  <a:pt x="82000" y="0"/>
                </a:lnTo>
                <a:lnTo>
                  <a:pt x="94000" y="5000"/>
                </a:lnTo>
                <a:lnTo>
                  <a:pt x="82000" y="10000"/>
                </a:lnTo>
                <a:lnTo>
                  <a:pt x="8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0_p" descr="Editable shape; source id e0_p"/>
          <p:cNvSpPr/>
          <p:nvPr/>
        </p:nvSpPr>
        <p:spPr>
          <a:xfrm>
            <a:off x="1756950" y="527646"/>
            <a:ext cx="583778" cy="20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17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0_p_t" descr="Editable text; source id e0_p_t"/>
          <p:cNvSpPr txBox="1"/>
          <p:nvPr/>
        </p:nvSpPr>
        <p:spPr>
          <a:xfrm>
            <a:off x="1813082" y="550099"/>
            <a:ext cx="471513" cy="16278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93"/>
              </a:lnSpc>
              <a:spcBef>
                <a:spcPts val="0"/>
              </a:spcBef>
              <a:spcAft>
                <a:spcPts val="0"/>
              </a:spcAft>
              <a:def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结构约束</a:t>
            </a:r>
          </a:p>
        </p:txBody>
      </p:sp>
      <p:sp>
        <p:nvSpPr>
          <p:cNvPr id="96" name="e1_0" descr="Editable line; source id e1_0"/>
          <p:cNvSpPr/>
          <p:nvPr/>
        </p:nvSpPr>
        <p:spPr>
          <a:xfrm>
            <a:off x="3805790" y="2026387"/>
            <a:ext cx="527646" cy="56133"/>
          </a:xfrm>
          <a:custGeom>
            <a:avLst/>
            <a:gdLst/>
            <a:ahLst/>
            <a:cxnLst/>
            <a:rect l="l" t="t" r="r" b="b"/>
            <a:pathLst>
              <a:path w="94000" h="10000">
                <a:moveTo>
                  <a:pt x="0" y="4100"/>
                </a:moveTo>
                <a:lnTo>
                  <a:pt x="82000" y="4100"/>
                </a:lnTo>
                <a:lnTo>
                  <a:pt x="82000" y="0"/>
                </a:lnTo>
                <a:lnTo>
                  <a:pt x="94000" y="5000"/>
                </a:lnTo>
                <a:lnTo>
                  <a:pt x="82000" y="10000"/>
                </a:lnTo>
                <a:lnTo>
                  <a:pt x="8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1_p" descr="Editable shape; source id e1_p"/>
          <p:cNvSpPr/>
          <p:nvPr/>
        </p:nvSpPr>
        <p:spPr>
          <a:xfrm>
            <a:off x="3777723" y="527646"/>
            <a:ext cx="583778" cy="20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17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1_p_t" descr="Editable text; source id e1_p_t"/>
          <p:cNvSpPr txBox="1"/>
          <p:nvPr/>
        </p:nvSpPr>
        <p:spPr>
          <a:xfrm>
            <a:off x="3833856" y="550099"/>
            <a:ext cx="471513" cy="16278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93"/>
              </a:lnSpc>
              <a:spcBef>
                <a:spcPts val="0"/>
              </a:spcBef>
              <a:spcAft>
                <a:spcPts val="0"/>
              </a:spcAft>
              <a:def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条件窗口</a:t>
            </a:r>
          </a:p>
        </p:txBody>
      </p:sp>
      <p:sp>
        <p:nvSpPr>
          <p:cNvPr id="99" name="e2_0" descr="Editable line; source id e2_0"/>
          <p:cNvSpPr/>
          <p:nvPr/>
        </p:nvSpPr>
        <p:spPr>
          <a:xfrm>
            <a:off x="5826563" y="2026387"/>
            <a:ext cx="639912" cy="56133"/>
          </a:xfrm>
          <a:custGeom>
            <a:avLst/>
            <a:gdLst/>
            <a:ahLst/>
            <a:cxnLst/>
            <a:rect l="l" t="t" r="r" b="b"/>
            <a:pathLst>
              <a:path w="114000" h="10000">
                <a:moveTo>
                  <a:pt x="0" y="4100"/>
                </a:moveTo>
                <a:lnTo>
                  <a:pt x="102000" y="4100"/>
                </a:lnTo>
                <a:lnTo>
                  <a:pt x="102000" y="0"/>
                </a:lnTo>
                <a:lnTo>
                  <a:pt x="114000" y="5000"/>
                </a:lnTo>
                <a:lnTo>
                  <a:pt x="102000" y="10000"/>
                </a:lnTo>
                <a:lnTo>
                  <a:pt x="10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2_p" descr="Editable shape; source id e2_p"/>
          <p:cNvSpPr/>
          <p:nvPr/>
        </p:nvSpPr>
        <p:spPr>
          <a:xfrm>
            <a:off x="5804110" y="527646"/>
            <a:ext cx="679204" cy="20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17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2_p_t" descr="Editable text; source id e2_p_t"/>
          <p:cNvSpPr txBox="1"/>
          <p:nvPr/>
        </p:nvSpPr>
        <p:spPr>
          <a:xfrm>
            <a:off x="5860242" y="550099"/>
            <a:ext cx="566939" cy="16278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93"/>
              </a:lnSpc>
              <a:spcBef>
                <a:spcPts val="0"/>
              </a:spcBef>
              <a:spcAft>
                <a:spcPts val="0"/>
              </a:spcAft>
              <a:def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可迁移变量</a:t>
            </a:r>
          </a:p>
        </p:txBody>
      </p:sp>
      <p:sp>
        <p:nvSpPr>
          <p:cNvPr id="102" name="e3_0" descr="Editable line; source id e3_0"/>
          <p:cNvSpPr/>
          <p:nvPr/>
        </p:nvSpPr>
        <p:spPr>
          <a:xfrm>
            <a:off x="7959602" y="2026387"/>
            <a:ext cx="527646" cy="56133"/>
          </a:xfrm>
          <a:custGeom>
            <a:avLst/>
            <a:gdLst/>
            <a:ahLst/>
            <a:cxnLst/>
            <a:rect l="l" t="t" r="r" b="b"/>
            <a:pathLst>
              <a:path w="94000" h="10000">
                <a:moveTo>
                  <a:pt x="0" y="4100"/>
                </a:moveTo>
                <a:lnTo>
                  <a:pt x="82000" y="4100"/>
                </a:lnTo>
                <a:lnTo>
                  <a:pt x="82000" y="0"/>
                </a:lnTo>
                <a:lnTo>
                  <a:pt x="94000" y="5000"/>
                </a:lnTo>
                <a:lnTo>
                  <a:pt x="82000" y="10000"/>
                </a:lnTo>
                <a:lnTo>
                  <a:pt x="8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3_p" descr="Editable shape; source id e3_p"/>
          <p:cNvSpPr/>
          <p:nvPr/>
        </p:nvSpPr>
        <p:spPr>
          <a:xfrm>
            <a:off x="7931535" y="527646"/>
            <a:ext cx="583778" cy="20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17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3_p_t" descr="Editable text; source id e3_p_t"/>
          <p:cNvSpPr txBox="1"/>
          <p:nvPr/>
        </p:nvSpPr>
        <p:spPr>
          <a:xfrm>
            <a:off x="7987668" y="550099"/>
            <a:ext cx="471513" cy="16278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93"/>
              </a:lnSpc>
              <a:spcBef>
                <a:spcPts val="0"/>
              </a:spcBef>
              <a:spcAft>
                <a:spcPts val="0"/>
              </a:spcAft>
              <a:def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比较边界</a:t>
            </a:r>
          </a:p>
        </p:txBody>
      </p:sp>
      <p:sp>
        <p:nvSpPr>
          <p:cNvPr id="105" name="e4_0" descr="Editable line; source id e4_0"/>
          <p:cNvSpPr/>
          <p:nvPr/>
        </p:nvSpPr>
        <p:spPr>
          <a:xfrm>
            <a:off x="9980375" y="2026387"/>
            <a:ext cx="527646" cy="56133"/>
          </a:xfrm>
          <a:custGeom>
            <a:avLst/>
            <a:gdLst/>
            <a:ahLst/>
            <a:cxnLst/>
            <a:rect l="l" t="t" r="r" b="b"/>
            <a:pathLst>
              <a:path w="94000" h="10000">
                <a:moveTo>
                  <a:pt x="0" y="4100"/>
                </a:moveTo>
                <a:lnTo>
                  <a:pt x="82000" y="4100"/>
                </a:lnTo>
                <a:lnTo>
                  <a:pt x="82000" y="0"/>
                </a:lnTo>
                <a:lnTo>
                  <a:pt x="94000" y="5000"/>
                </a:lnTo>
                <a:lnTo>
                  <a:pt x="82000" y="10000"/>
                </a:lnTo>
                <a:lnTo>
                  <a:pt x="8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4_p" descr="Editable shape; source id e4_p"/>
          <p:cNvSpPr/>
          <p:nvPr/>
        </p:nvSpPr>
        <p:spPr>
          <a:xfrm>
            <a:off x="9952309" y="527646"/>
            <a:ext cx="583778" cy="20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17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4_p_t" descr="Editable text; source id e4_p_t"/>
          <p:cNvSpPr txBox="1"/>
          <p:nvPr/>
        </p:nvSpPr>
        <p:spPr>
          <a:xfrm>
            <a:off x="10008441" y="550099"/>
            <a:ext cx="471513" cy="16278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093"/>
              </a:lnSpc>
              <a:spcBef>
                <a:spcPts val="0"/>
              </a:spcBef>
              <a:spcAft>
                <a:spcPts val="0"/>
              </a:spcAft>
              <a:def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1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缺口驱动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