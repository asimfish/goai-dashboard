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1437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本文的行文路线图（第五轮 F02 → super_img2ppt 重建；3+3 两行，印刷可读优先）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38124" y="317499"/>
            <a:ext cx="11715749" cy="3032124"/>
          </a:xfrm>
          <a:prstGeom prst="roundRect">
            <a:avLst>
              <a:gd name="adj" fmla="val 3664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80999" y="39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238124" y="3730624"/>
            <a:ext cx="11715749" cy="3095624"/>
          </a:xfrm>
          <a:prstGeom prst="roundRect">
            <a:avLst>
              <a:gd name="adj" fmla="val 3589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380999" y="380999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55562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b" descr="Editable shape; source id n1_b"/>
          <p:cNvSpPr/>
          <p:nvPr/>
        </p:nvSpPr>
        <p:spPr>
          <a:xfrm>
            <a:off x="55562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n" descr="Editable text; source id n1_n"/>
          <p:cNvSpPr txBox="1"/>
          <p:nvPr/>
        </p:nvSpPr>
        <p:spPr>
          <a:xfrm>
            <a:off x="77787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cxnSp>
        <p:nvCxnSpPr>
          <p:cNvPr id="9" name="n1_g_o_0" descr="Editable line; source id n1_g_o_0"/>
          <p:cNvCxnSpPr/>
          <p:nvPr/>
        </p:nvCxnSpPr>
        <p:spPr>
          <a:xfrm>
            <a:off x="3238499" y="1055687"/>
            <a:ext cx="293688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n1_g_o_1" descr="Editable line; source id n1_g_o_1"/>
          <p:cNvCxnSpPr/>
          <p:nvPr/>
        </p:nvCxnSpPr>
        <p:spPr>
          <a:xfrm flipH="1">
            <a:off x="3397249" y="1246187"/>
            <a:ext cx="134938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n1_g_o_2" descr="Editable line; source id n1_g_o_2"/>
          <p:cNvCxnSpPr/>
          <p:nvPr/>
        </p:nvCxnSpPr>
        <p:spPr>
          <a:xfrm flipH="1">
            <a:off x="3079749" y="1643062"/>
            <a:ext cx="31750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n1_g_o_3" descr="Editable line; source id n1_g_o_3"/>
          <p:cNvCxnSpPr/>
          <p:nvPr/>
        </p:nvCxnSpPr>
        <p:spPr>
          <a:xfrm flipH="1" flipV="1">
            <a:off x="2944812" y="1246187"/>
            <a:ext cx="134937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n1_g_o_4" descr="Editable line; source id n1_g_o_4"/>
          <p:cNvCxnSpPr/>
          <p:nvPr/>
        </p:nvCxnSpPr>
        <p:spPr>
          <a:xfrm flipV="1">
            <a:off x="2944812" y="1055687"/>
            <a:ext cx="293687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1_g_a" descr="Editable line; source id n1_g_a"/>
          <p:cNvCxnSpPr/>
          <p:nvPr/>
        </p:nvCxnSpPr>
        <p:spPr>
          <a:xfrm>
            <a:off x="3238499" y="1055687"/>
            <a:ext cx="0" cy="587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n1_g_b" descr="Editable line; source id n1_g_b"/>
          <p:cNvCxnSpPr/>
          <p:nvPr/>
        </p:nvCxnSpPr>
        <p:spPr>
          <a:xfrm>
            <a:off x="2944812" y="1246187"/>
            <a:ext cx="587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1_t" descr="Editable text; source id n1_t"/>
          <p:cNvSpPr txBox="1"/>
          <p:nvPr/>
        </p:nvSpPr>
        <p:spPr>
          <a:xfrm>
            <a:off x="77787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cxnSp>
        <p:nvCxnSpPr>
          <p:cNvPr id="17" name="n1_r" descr="Editable line; source id n1_r"/>
          <p:cNvCxnSpPr/>
          <p:nvPr/>
        </p:nvCxnSpPr>
        <p:spPr>
          <a:xfrm>
            <a:off x="82549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n1_p" descr="Editable shape; source id n1_p"/>
          <p:cNvSpPr/>
          <p:nvPr/>
        </p:nvSpPr>
        <p:spPr>
          <a:xfrm>
            <a:off x="77787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1_p_t" descr="Editable text; source id n1_p_t"/>
          <p:cNvSpPr txBox="1"/>
          <p:nvPr/>
        </p:nvSpPr>
        <p:spPr>
          <a:xfrm>
            <a:off x="83343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sp>
        <p:nvSpPr>
          <p:cNvPr id="20" name="n2" descr="Editable shape; source id n2"/>
          <p:cNvSpPr/>
          <p:nvPr/>
        </p:nvSpPr>
        <p:spPr>
          <a:xfrm>
            <a:off x="452437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_b" descr="Editable shape; source id n2_b"/>
          <p:cNvSpPr/>
          <p:nvPr/>
        </p:nvSpPr>
        <p:spPr>
          <a:xfrm>
            <a:off x="452437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_n" descr="Editable text; source id n2_n"/>
          <p:cNvSpPr txBox="1"/>
          <p:nvPr/>
        </p:nvSpPr>
        <p:spPr>
          <a:xfrm>
            <a:off x="474662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cxnSp>
        <p:nvCxnSpPr>
          <p:cNvPr id="23" name="n2_g_b_0" descr="Editable line; source id n2_g_b_0"/>
          <p:cNvCxnSpPr/>
          <p:nvPr/>
        </p:nvCxnSpPr>
        <p:spPr>
          <a:xfrm>
            <a:off x="7000874" y="1222374"/>
            <a:ext cx="71438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n2_g_b_1" descr="Editable line; source id n2_g_b_1"/>
          <p:cNvCxnSpPr/>
          <p:nvPr/>
        </p:nvCxnSpPr>
        <p:spPr>
          <a:xfrm>
            <a:off x="7072312" y="1611312"/>
            <a:ext cx="269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n2_g_b_2" descr="Editable line; source id n2_g_b_2"/>
          <p:cNvCxnSpPr/>
          <p:nvPr/>
        </p:nvCxnSpPr>
        <p:spPr>
          <a:xfrm flipV="1">
            <a:off x="7342187" y="1222374"/>
            <a:ext cx="71437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n2_g_r" descr="Editable line; source id n2_g_r"/>
          <p:cNvCxnSpPr/>
          <p:nvPr/>
        </p:nvCxnSpPr>
        <p:spPr>
          <a:xfrm>
            <a:off x="6961187" y="1222374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2_t" descr="Editable text; source id n2_t"/>
          <p:cNvSpPr txBox="1"/>
          <p:nvPr/>
        </p:nvSpPr>
        <p:spPr>
          <a:xfrm>
            <a:off x="474662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cxnSp>
        <p:nvCxnSpPr>
          <p:cNvPr id="28" name="n2_r" descr="Editable line; source id n2_r"/>
          <p:cNvCxnSpPr/>
          <p:nvPr/>
        </p:nvCxnSpPr>
        <p:spPr>
          <a:xfrm>
            <a:off x="479424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n2_p" descr="Editable shape; source id n2_p"/>
          <p:cNvSpPr/>
          <p:nvPr/>
        </p:nvSpPr>
        <p:spPr>
          <a:xfrm>
            <a:off x="474662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_p_t" descr="Editable text; source id n2_p_t"/>
          <p:cNvSpPr txBox="1"/>
          <p:nvPr/>
        </p:nvSpPr>
        <p:spPr>
          <a:xfrm>
            <a:off x="480218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31" name="n3" descr="Editable shape; source id n3"/>
          <p:cNvSpPr/>
          <p:nvPr/>
        </p:nvSpPr>
        <p:spPr>
          <a:xfrm>
            <a:off x="849312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3_b" descr="Editable shape; source id n3_b"/>
          <p:cNvSpPr/>
          <p:nvPr/>
        </p:nvSpPr>
        <p:spPr>
          <a:xfrm>
            <a:off x="849312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_n" descr="Editable text; source id n3_n"/>
          <p:cNvSpPr txBox="1"/>
          <p:nvPr/>
        </p:nvSpPr>
        <p:spPr>
          <a:xfrm>
            <a:off x="871537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cxnSp>
        <p:nvCxnSpPr>
          <p:cNvPr id="34" name="n3_g_d0_0" descr="Editable line; source id n3_g_d0_0"/>
          <p:cNvCxnSpPr/>
          <p:nvPr/>
        </p:nvCxnSpPr>
        <p:spPr>
          <a:xfrm>
            <a:off x="11175999" y="1103312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3_g_d0_1" descr="Editable line; source id n3_g_d0_1"/>
          <p:cNvCxnSpPr/>
          <p:nvPr/>
        </p:nvCxnSpPr>
        <p:spPr>
          <a:xfrm flipH="1">
            <a:off x="11175999" y="123031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3_g_d0_2" descr="Editable line; source id n3_g_d0_2"/>
          <p:cNvCxnSpPr/>
          <p:nvPr/>
        </p:nvCxnSpPr>
        <p:spPr>
          <a:xfrm flipH="1" flipV="1">
            <a:off x="10898187" y="123031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3_g_d0_3" descr="Editable line; source id n3_g_d0_3"/>
          <p:cNvCxnSpPr/>
          <p:nvPr/>
        </p:nvCxnSpPr>
        <p:spPr>
          <a:xfrm flipV="1">
            <a:off x="10898187" y="1103312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3_g_d1_0" descr="Editable line; source id n3_g_d1_0"/>
          <p:cNvCxnSpPr/>
          <p:nvPr/>
        </p:nvCxnSpPr>
        <p:spPr>
          <a:xfrm>
            <a:off x="11175999" y="126206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n3_g_d1_1" descr="Editable line; source id n3_g_d1_1"/>
          <p:cNvCxnSpPr/>
          <p:nvPr/>
        </p:nvCxnSpPr>
        <p:spPr>
          <a:xfrm flipH="1">
            <a:off x="11175999" y="1396999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n3_g_d1_2" descr="Editable line; source id n3_g_d1_2"/>
          <p:cNvCxnSpPr/>
          <p:nvPr/>
        </p:nvCxnSpPr>
        <p:spPr>
          <a:xfrm flipH="1" flipV="1">
            <a:off x="10898187" y="1396999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n3_g_d1_3" descr="Editable line; source id n3_g_d1_3"/>
          <p:cNvCxnSpPr/>
          <p:nvPr/>
        </p:nvCxnSpPr>
        <p:spPr>
          <a:xfrm flipV="1">
            <a:off x="10898187" y="126206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3_g_d2_0" descr="Editable line; source id n3_g_d2_0"/>
          <p:cNvCxnSpPr/>
          <p:nvPr/>
        </p:nvCxnSpPr>
        <p:spPr>
          <a:xfrm>
            <a:off x="11175999" y="142081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3_g_d2_1" descr="Editable line; source id n3_g_d2_1"/>
          <p:cNvCxnSpPr/>
          <p:nvPr/>
        </p:nvCxnSpPr>
        <p:spPr>
          <a:xfrm flipH="1">
            <a:off x="11175999" y="1555749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3_g_d2_2" descr="Editable line; source id n3_g_d2_2"/>
          <p:cNvCxnSpPr/>
          <p:nvPr/>
        </p:nvCxnSpPr>
        <p:spPr>
          <a:xfrm flipH="1" flipV="1">
            <a:off x="10898187" y="1555749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3_g_d2_3" descr="Editable line; source id n3_g_d2_3"/>
          <p:cNvCxnSpPr/>
          <p:nvPr/>
        </p:nvCxnSpPr>
        <p:spPr>
          <a:xfrm flipV="1">
            <a:off x="10898187" y="142081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3_t" descr="Editable text; source id n3_t"/>
          <p:cNvSpPr txBox="1"/>
          <p:nvPr/>
        </p:nvSpPr>
        <p:spPr>
          <a:xfrm>
            <a:off x="871537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cxnSp>
        <p:nvCxnSpPr>
          <p:cNvPr id="47" name="n3_r" descr="Editable line; source id n3_r"/>
          <p:cNvCxnSpPr/>
          <p:nvPr/>
        </p:nvCxnSpPr>
        <p:spPr>
          <a:xfrm>
            <a:off x="876299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n3_p" descr="Editable shape; source id n3_p"/>
          <p:cNvSpPr/>
          <p:nvPr/>
        </p:nvSpPr>
        <p:spPr>
          <a:xfrm>
            <a:off x="871537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3_p_t" descr="Editable text; source id n3_p_t"/>
          <p:cNvSpPr txBox="1"/>
          <p:nvPr/>
        </p:nvSpPr>
        <p:spPr>
          <a:xfrm>
            <a:off x="877093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sp>
        <p:nvSpPr>
          <p:cNvPr id="50" name="n4" descr="Editable shape; source id n4"/>
          <p:cNvSpPr/>
          <p:nvPr/>
        </p:nvSpPr>
        <p:spPr>
          <a:xfrm>
            <a:off x="55562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_b" descr="Editable shape; source id n4_b"/>
          <p:cNvSpPr/>
          <p:nvPr/>
        </p:nvSpPr>
        <p:spPr>
          <a:xfrm>
            <a:off x="55562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_n" descr="Editable text; source id n4_n"/>
          <p:cNvSpPr txBox="1"/>
          <p:nvPr/>
        </p:nvSpPr>
        <p:spPr>
          <a:xfrm>
            <a:off x="77787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3" name="n4_g_a" descr="Editable shape; source id n4_g_a"/>
          <p:cNvSpPr/>
          <p:nvPr/>
        </p:nvSpPr>
        <p:spPr>
          <a:xfrm>
            <a:off x="3135312" y="4468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_g_b" descr="Editable shape; source id n4_g_b"/>
          <p:cNvSpPr/>
          <p:nvPr/>
        </p:nvSpPr>
        <p:spPr>
          <a:xfrm>
            <a:off x="2920999" y="4849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4_g_c" descr="Editable shape; source id n4_g_c"/>
          <p:cNvSpPr/>
          <p:nvPr/>
        </p:nvSpPr>
        <p:spPr>
          <a:xfrm>
            <a:off x="3357562" y="4849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n4_g_l" descr="Editable line; source id n4_g_l"/>
          <p:cNvCxnSpPr/>
          <p:nvPr/>
        </p:nvCxnSpPr>
        <p:spPr>
          <a:xfrm flipH="1">
            <a:off x="3016249" y="4675187"/>
            <a:ext cx="222250" cy="174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n4_g_r" descr="Editable line; source id n4_g_r"/>
          <p:cNvCxnSpPr/>
          <p:nvPr/>
        </p:nvCxnSpPr>
        <p:spPr>
          <a:xfrm>
            <a:off x="3238499" y="4675187"/>
            <a:ext cx="222250" cy="174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n4_t" descr="Editable text; source id n4_t"/>
          <p:cNvSpPr txBox="1"/>
          <p:nvPr/>
        </p:nvSpPr>
        <p:spPr>
          <a:xfrm>
            <a:off x="77787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cxnSp>
        <p:nvCxnSpPr>
          <p:cNvPr id="59" name="n4_r" descr="Editable line; source id n4_r"/>
          <p:cNvCxnSpPr/>
          <p:nvPr/>
        </p:nvCxnSpPr>
        <p:spPr>
          <a:xfrm>
            <a:off x="82549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n4_p" descr="Editable shape; source id n4_p"/>
          <p:cNvSpPr/>
          <p:nvPr/>
        </p:nvSpPr>
        <p:spPr>
          <a:xfrm>
            <a:off x="77787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4_p_t" descr="Editable text; source id n4_p_t"/>
          <p:cNvSpPr txBox="1"/>
          <p:nvPr/>
        </p:nvSpPr>
        <p:spPr>
          <a:xfrm>
            <a:off x="83343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62" name="n5" descr="Editable shape; source id n5"/>
          <p:cNvSpPr/>
          <p:nvPr/>
        </p:nvSpPr>
        <p:spPr>
          <a:xfrm>
            <a:off x="452437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AF0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_b" descr="Editable shape; source id n5_b"/>
          <p:cNvSpPr/>
          <p:nvPr/>
        </p:nvSpPr>
        <p:spPr>
          <a:xfrm>
            <a:off x="452437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5_n" descr="Editable text; source id n5_n"/>
          <p:cNvSpPr txBox="1"/>
          <p:nvPr/>
        </p:nvSpPr>
        <p:spPr>
          <a:xfrm>
            <a:off x="474662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cxnSp>
        <p:nvCxnSpPr>
          <p:cNvPr id="65" name="n5_g_p" descr="Editable line; source id n5_g_p"/>
          <p:cNvCxnSpPr/>
          <p:nvPr/>
        </p:nvCxnSpPr>
        <p:spPr>
          <a:xfrm>
            <a:off x="7207249" y="4516437"/>
            <a:ext cx="0" cy="468312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n5_g_b" descr="Editable line; source id n5_g_b"/>
          <p:cNvCxnSpPr/>
          <p:nvPr/>
        </p:nvCxnSpPr>
        <p:spPr>
          <a:xfrm>
            <a:off x="6961187" y="4619624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n5_g_l_0" descr="Editable line; source id n5_g_l_0"/>
          <p:cNvCxnSpPr/>
          <p:nvPr/>
        </p:nvCxnSpPr>
        <p:spPr>
          <a:xfrm flipH="1">
            <a:off x="6889749" y="4619624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n5_g_l_1" descr="Editable line; source id n5_g_l_1"/>
          <p:cNvCxnSpPr/>
          <p:nvPr/>
        </p:nvCxnSpPr>
        <p:spPr>
          <a:xfrm>
            <a:off x="6889749" y="4778374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n5_g_l_2" descr="Editable line; source id n5_g_l_2"/>
          <p:cNvCxnSpPr/>
          <p:nvPr/>
        </p:nvCxnSpPr>
        <p:spPr>
          <a:xfrm flipH="1" flipV="1">
            <a:off x="6961187" y="4619624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n5_g_r_0" descr="Editable line; source id n5_g_r_0"/>
          <p:cNvCxnSpPr/>
          <p:nvPr/>
        </p:nvCxnSpPr>
        <p:spPr>
          <a:xfrm flipH="1">
            <a:off x="7381874" y="4619624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n5_g_r_1" descr="Editable line; source id n5_g_r_1"/>
          <p:cNvCxnSpPr/>
          <p:nvPr/>
        </p:nvCxnSpPr>
        <p:spPr>
          <a:xfrm>
            <a:off x="7381874" y="4778374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n5_g_r_2" descr="Editable line; source id n5_g_r_2"/>
          <p:cNvCxnSpPr/>
          <p:nvPr/>
        </p:nvCxnSpPr>
        <p:spPr>
          <a:xfrm flipH="1" flipV="1">
            <a:off x="7453312" y="4619624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n5_g_f" descr="Editable line; source id n5_g_f"/>
          <p:cNvCxnSpPr/>
          <p:nvPr/>
        </p:nvCxnSpPr>
        <p:spPr>
          <a:xfrm>
            <a:off x="7064374" y="5040312"/>
            <a:ext cx="28575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n5_t" descr="Editable text; source id n5_t"/>
          <p:cNvSpPr txBox="1"/>
          <p:nvPr/>
        </p:nvSpPr>
        <p:spPr>
          <a:xfrm>
            <a:off x="474662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cxnSp>
        <p:nvCxnSpPr>
          <p:cNvPr id="75" name="n5_r" descr="Editable line; source id n5_r"/>
          <p:cNvCxnSpPr/>
          <p:nvPr/>
        </p:nvCxnSpPr>
        <p:spPr>
          <a:xfrm>
            <a:off x="479424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n5_p" descr="Editable shape; source id n5_p"/>
          <p:cNvSpPr/>
          <p:nvPr/>
        </p:nvSpPr>
        <p:spPr>
          <a:xfrm>
            <a:off x="474662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5_p_t" descr="Editable text; source id n5_p_t"/>
          <p:cNvSpPr txBox="1"/>
          <p:nvPr/>
        </p:nvSpPr>
        <p:spPr>
          <a:xfrm>
            <a:off x="480218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78" name="n6" descr="Editable shape; source id n6"/>
          <p:cNvSpPr/>
          <p:nvPr/>
        </p:nvSpPr>
        <p:spPr>
          <a:xfrm>
            <a:off x="849312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6_b" descr="Editable shape; source id n6_b"/>
          <p:cNvSpPr/>
          <p:nvPr/>
        </p:nvSpPr>
        <p:spPr>
          <a:xfrm>
            <a:off x="849312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6_n" descr="Editable text; source id n6_n"/>
          <p:cNvSpPr txBox="1"/>
          <p:nvPr/>
        </p:nvSpPr>
        <p:spPr>
          <a:xfrm>
            <a:off x="871537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1" name="n6_g_b0" descr="Editable shape; source id n6_g_b0"/>
          <p:cNvSpPr/>
          <p:nvPr/>
        </p:nvSpPr>
        <p:spPr>
          <a:xfrm>
            <a:off x="10898187" y="45561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n6_g_l0" descr="Editable line; source id n6_g_l0"/>
          <p:cNvCxnSpPr/>
          <p:nvPr/>
        </p:nvCxnSpPr>
        <p:spPr>
          <a:xfrm>
            <a:off x="11128374" y="4635499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n6_g_k0_0" descr="Editable line; source id n6_g_k0_0"/>
          <p:cNvCxnSpPr/>
          <p:nvPr/>
        </p:nvCxnSpPr>
        <p:spPr>
          <a:xfrm>
            <a:off x="10929937" y="4643437"/>
            <a:ext cx="31750" cy="31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n6_g_k0_1" descr="Editable line; source id n6_g_k0_1"/>
          <p:cNvCxnSpPr/>
          <p:nvPr/>
        </p:nvCxnSpPr>
        <p:spPr>
          <a:xfrm flipV="1">
            <a:off x="10961687" y="4587874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n6_g_b1" descr="Editable shape; source id n6_g_b1"/>
          <p:cNvSpPr/>
          <p:nvPr/>
        </p:nvSpPr>
        <p:spPr>
          <a:xfrm>
            <a:off x="10898187" y="47466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n6_g_l1" descr="Editable line; source id n6_g_l1"/>
          <p:cNvCxnSpPr/>
          <p:nvPr/>
        </p:nvCxnSpPr>
        <p:spPr>
          <a:xfrm>
            <a:off x="11128374" y="4825999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n6_g_k1_0" descr="Editable line; source id n6_g_k1_0"/>
          <p:cNvCxnSpPr/>
          <p:nvPr/>
        </p:nvCxnSpPr>
        <p:spPr>
          <a:xfrm>
            <a:off x="10929937" y="4825999"/>
            <a:ext cx="31750" cy="3968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n6_g_k1_1" descr="Editable line; source id n6_g_k1_1"/>
          <p:cNvCxnSpPr/>
          <p:nvPr/>
        </p:nvCxnSpPr>
        <p:spPr>
          <a:xfrm flipV="1">
            <a:off x="10961687" y="4778374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n6_g_b2" descr="Editable shape; source id n6_g_b2"/>
          <p:cNvSpPr/>
          <p:nvPr/>
        </p:nvSpPr>
        <p:spPr>
          <a:xfrm>
            <a:off x="10898187" y="49371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n6_g_l2" descr="Editable line; source id n6_g_l2"/>
          <p:cNvCxnSpPr/>
          <p:nvPr/>
        </p:nvCxnSpPr>
        <p:spPr>
          <a:xfrm>
            <a:off x="11128374" y="5008562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n6_t" descr="Editable text; source id n6_t"/>
          <p:cNvSpPr txBox="1"/>
          <p:nvPr/>
        </p:nvSpPr>
        <p:spPr>
          <a:xfrm>
            <a:off x="871537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cxnSp>
        <p:nvCxnSpPr>
          <p:cNvPr id="92" name="n6_r" descr="Editable line; source id n6_r"/>
          <p:cNvCxnSpPr/>
          <p:nvPr/>
        </p:nvCxnSpPr>
        <p:spPr>
          <a:xfrm>
            <a:off x="876299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n6_p" descr="Editable shape; source id n6_p"/>
          <p:cNvSpPr/>
          <p:nvPr/>
        </p:nvSpPr>
        <p:spPr>
          <a:xfrm>
            <a:off x="871537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6_p_t" descr="Editable text; source id n6_p_t"/>
          <p:cNvSpPr txBox="1"/>
          <p:nvPr/>
        </p:nvSpPr>
        <p:spPr>
          <a:xfrm>
            <a:off x="877093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185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5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sp>
        <p:nvSpPr>
          <p:cNvPr id="95" name="e0_0" descr="Editable line; source id e0_0"/>
          <p:cNvSpPr/>
          <p:nvPr/>
        </p:nvSpPr>
        <p:spPr>
          <a:xfrm>
            <a:off x="3952875" y="1952625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0_p" descr="Editable shape; source id e0_p"/>
          <p:cNvSpPr/>
          <p:nvPr/>
        </p:nvSpPr>
        <p:spPr>
          <a:xfrm>
            <a:off x="3778249" y="1523999"/>
            <a:ext cx="85724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0_p_t" descr="Editable text; source id e0_p_t"/>
          <p:cNvSpPr txBox="1"/>
          <p:nvPr/>
        </p:nvSpPr>
        <p:spPr>
          <a:xfrm>
            <a:off x="3857624" y="1555749"/>
            <a:ext cx="69849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sp>
        <p:nvSpPr>
          <p:cNvPr id="98" name="e1_0" descr="Editable line; source id e1_0"/>
          <p:cNvSpPr/>
          <p:nvPr/>
        </p:nvSpPr>
        <p:spPr>
          <a:xfrm>
            <a:off x="7921625" y="1952625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1_p" descr="Editable shape; source id e1_p"/>
          <p:cNvSpPr/>
          <p:nvPr/>
        </p:nvSpPr>
        <p:spPr>
          <a:xfrm>
            <a:off x="7746999" y="1523999"/>
            <a:ext cx="85724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1_p_t" descr="Editable text; source id e1_p_t"/>
          <p:cNvSpPr txBox="1"/>
          <p:nvPr/>
        </p:nvSpPr>
        <p:spPr>
          <a:xfrm>
            <a:off x="7826374" y="1555749"/>
            <a:ext cx="69849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sp>
        <p:nvSpPr>
          <p:cNvPr id="101" name="e3_0" descr="Editable line; source id e3_0"/>
          <p:cNvSpPr/>
          <p:nvPr/>
        </p:nvSpPr>
        <p:spPr>
          <a:xfrm>
            <a:off x="3952875" y="5365750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3_p" descr="Editable shape; source id e3_p"/>
          <p:cNvSpPr/>
          <p:nvPr/>
        </p:nvSpPr>
        <p:spPr>
          <a:xfrm>
            <a:off x="3778249" y="4937124"/>
            <a:ext cx="85724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3_p_t" descr="Editable text; source id e3_p_t"/>
          <p:cNvSpPr txBox="1"/>
          <p:nvPr/>
        </p:nvSpPr>
        <p:spPr>
          <a:xfrm>
            <a:off x="3857624" y="4968874"/>
            <a:ext cx="69849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sp>
        <p:nvSpPr>
          <p:cNvPr id="104" name="e4_0" descr="Editable line; source id e4_0"/>
          <p:cNvSpPr/>
          <p:nvPr/>
        </p:nvSpPr>
        <p:spPr>
          <a:xfrm>
            <a:off x="7921625" y="5365750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4_p" descr="Editable shape; source id e4_p"/>
          <p:cNvSpPr/>
          <p:nvPr/>
        </p:nvSpPr>
        <p:spPr>
          <a:xfrm>
            <a:off x="7746999" y="4937124"/>
            <a:ext cx="85724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4_p_t" descr="Editable text; source id e4_p_t"/>
          <p:cNvSpPr txBox="1"/>
          <p:nvPr/>
        </p:nvSpPr>
        <p:spPr>
          <a:xfrm>
            <a:off x="7826374" y="4968874"/>
            <a:ext cx="69849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  <p:cxnSp>
        <p:nvCxnSpPr>
          <p:cNvPr id="107" name="e2_0" descr="Editable line; source id e2_0"/>
          <p:cNvCxnSpPr/>
          <p:nvPr/>
        </p:nvCxnSpPr>
        <p:spPr>
          <a:xfrm>
            <a:off x="10159999" y="3127374"/>
            <a:ext cx="0" cy="41275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2_1" descr="Editable line; source id e2_1"/>
          <p:cNvCxnSpPr/>
          <p:nvPr/>
        </p:nvCxnSpPr>
        <p:spPr>
          <a:xfrm flipH="1">
            <a:off x="2857499" y="3540124"/>
            <a:ext cx="7302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2_2" descr="Editable line; source id e2_2"/>
          <p:cNvSpPr/>
          <p:nvPr/>
        </p:nvSpPr>
        <p:spPr>
          <a:xfrm>
            <a:off x="2817812" y="3540125"/>
            <a:ext cx="79375" cy="730250"/>
          </a:xfrm>
          <a:custGeom>
            <a:avLst/>
            <a:gdLst/>
            <a:ahLst/>
            <a:cxnLst/>
            <a:rect l="l" t="t" r="r" b="b"/>
            <a:pathLst>
              <a:path w="10000" h="92000">
                <a:moveTo>
                  <a:pt x="5900" y="0"/>
                </a:moveTo>
                <a:lnTo>
                  <a:pt x="5900" y="80000"/>
                </a:lnTo>
                <a:lnTo>
                  <a:pt x="10000" y="80000"/>
                </a:lnTo>
                <a:lnTo>
                  <a:pt x="5000" y="92000"/>
                </a:lnTo>
                <a:lnTo>
                  <a:pt x="0" y="80000"/>
                </a:lnTo>
                <a:lnTo>
                  <a:pt x="4100" y="8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2_p" descr="Editable shape; source id e2_p"/>
          <p:cNvSpPr/>
          <p:nvPr/>
        </p:nvSpPr>
        <p:spPr>
          <a:xfrm>
            <a:off x="6008687" y="3381374"/>
            <a:ext cx="10001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2_p_t" descr="Editable text; source id e2_p_t"/>
          <p:cNvSpPr txBox="1"/>
          <p:nvPr/>
        </p:nvSpPr>
        <p:spPr>
          <a:xfrm>
            <a:off x="6088062" y="3413124"/>
            <a:ext cx="841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