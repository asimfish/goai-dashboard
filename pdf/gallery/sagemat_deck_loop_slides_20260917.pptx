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colors3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ata3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drawing3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layout3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diagrams/quickStyle3.xml" ContentType="application/vnd.openxmlformats-officedocument.drawingml.diagramStyle+xml"/>
  <Override PartName="/ppt/media/image14.svg" ContentType="image/svg+xml"/>
  <Override PartName="/ppt/media/image16.svg" ContentType="image/svg+xml"/>
  <Override PartName="/ppt/media/image18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3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4"/>
  </p:notesMasterIdLst>
  <p:sldIdLst>
    <p:sldId id="269" r:id="rId3"/>
    <p:sldId id="261" r:id="rId5"/>
    <p:sldId id="262" r:id="rId6"/>
    <p:sldId id="265" r:id="rId7"/>
    <p:sldId id="282" r:id="rId8"/>
    <p:sldId id="271" r:id="rId9"/>
    <p:sldId id="272" r:id="rId10"/>
    <p:sldId id="274" r:id="rId11"/>
    <p:sldId id="273" r:id="rId12"/>
    <p:sldId id="283" r:id="rId24"/>
    <p:sldId id="284" r:id="rId25"/>
    <p:sldId id="278" r:id="rId13"/>
    <p:sldId id="276" r:id="rId14"/>
    <p:sldId id="275" r:id="rId15"/>
    <p:sldId id="277" r:id="rId16"/>
    <p:sldId id="279" r:id="rId17"/>
    <p:sldId id="280" r:id="rId18"/>
    <p:sldId id="268" r:id="rId19"/>
    <p:sldId id="266" r:id="rId20"/>
  </p:sldIdLst>
  <p:sldSz cx="12192000" cy="6858000"/>
  <p:notesSz cx="6858000" cy="9144000"/>
  <p:embeddedFontLst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8" userDrawn="1">
          <p15:clr>
            <a:srgbClr val="A4A3A4"/>
          </p15:clr>
        </p15:guide>
        <p15:guide id="2" pos="37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356C0"/>
    <a:srgbClr val="0021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41"/>
    <p:restoredTop sz="94633"/>
  </p:normalViewPr>
  <p:slideViewPr>
    <p:cSldViewPr snapToGrid="0" showGuides="1">
      <p:cViewPr>
        <p:scale>
          <a:sx n="88" d="100"/>
          <a:sy n="88" d="100"/>
        </p:scale>
        <p:origin x="1584" y="1568"/>
      </p:cViewPr>
      <p:guideLst>
        <p:guide orient="horz" pos="2158"/>
        <p:guide pos="37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ableStyles" Target="tableStyles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#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5_5#1">
  <dgm:title val=""/>
  <dgm:desc val=""/>
  <dgm:catLst>
    <dgm:cat type="accent5" pri="11500"/>
  </dgm:catLst>
  <dgm:styleLbl name="align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5">
        <a:alpha val="90000"/>
      </a:schemeClr>
      <a:schemeClr val="accent5">
        <a:alpha val="5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/>
    <dgm:txEffectClrLst/>
  </dgm:styleLbl>
  <dgm:styleLbl name="asst0">
    <dgm:fillClrLst meth="repeat">
      <a:schemeClr val="accent5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5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alpha val="90000"/>
        <a:tint val="40000"/>
      </a:schemeClr>
      <a:schemeClr val="accent5">
        <a:alpha val="5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5">
        <a:tint val="50000"/>
        <a:alpha val="90000"/>
      </a:schemeClr>
      <a:schemeClr val="accent5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lnNode1">
    <dgm:fillClrLst>
      <a:schemeClr val="accent5">
        <a:shade val="90000"/>
      </a:schemeClr>
      <a:schemeClr val="accent5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cycle">
      <a:schemeClr val="accent5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>
        <a:alpha val="9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5">
        <a:shade val="80000"/>
        <a:alpha val="50000"/>
      </a:schemeClr>
      <a:schemeClr val="accent5">
        <a:alpha val="2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A4CBDF2-6950-430E-847E-C09B651E144F}" type="doc">
      <dgm:prSet loTypeId="urn:microsoft.com/office/officeart/2005/8/layout/cycle1" loCatId="cycle" qsTypeId="urn:microsoft.com/office/officeart/2005/8/quickstyle/simple1#3" qsCatId="simple" csTypeId="urn:microsoft.com/office/officeart/2005/8/colors/accent1_2#1" csCatId="accent1" phldr="1"/>
      <dgm:spPr/>
      <dgm:t>
        <a:bodyPr/>
        <a:lstStyle/>
        <a:p>
          <a:endParaRPr lang="zh-CN" altLang="en-US"/>
        </a:p>
      </dgm:t>
    </dgm:pt>
    <dgm:pt modelId="{3359D43A-26DA-406B-86BB-6D1894FDD6D9}">
      <dgm:prSet phldrT="[文本]" custT="1"/>
      <dgm:spPr>
        <a:xfrm>
          <a:off x="1818807" y="259372"/>
          <a:ext cx="594850" cy="364990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pPr>
            <a:buNone/>
          </a:pPr>
          <a:r>
            <a:rPr lang="zh-CN" altLang="en-US" sz="2000" b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软雅黑" charset="-122"/>
              <a:ea typeface="微软雅黑" charset="-122"/>
              <a:cs typeface="Times New Roman" panose="02020503050405090304" pitchFamily="18" charset="0"/>
              <a:sym typeface="微软雅黑" charset="-122"/>
            </a:rPr>
            <a:t>设计</a:t>
          </a:r>
          <a:endParaRPr lang="zh-CN" altLang="en-US" sz="200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微软雅黑" charset="-122"/>
            <a:ea typeface="微软雅黑" charset="-122"/>
            <a:cs typeface="+mn-cs"/>
            <a:sym typeface="微软雅黑" charset="-122"/>
          </a:endParaRPr>
        </a:p>
      </dgm:t>
    </dgm:pt>
    <dgm:pt modelId="{E8BB6A99-7DC4-44E6-8655-E123DBA66F54}" cxnId="{007661A3-3E78-4F32-9110-F049725149E6}" type="parTrans">
      <dgm:prSet/>
      <dgm:spPr/>
      <dgm:t>
        <a:bodyPr/>
        <a:lstStyle/>
        <a:p>
          <a:endParaRPr lang="zh-CN" altLang="en-US" sz="2800"/>
        </a:p>
      </dgm:t>
    </dgm:pt>
    <dgm:pt modelId="{F66CEBFD-734F-4D8F-AE55-2153FBAA7374}" cxnId="{007661A3-3E78-4F32-9110-F049725149E6}" type="sibTrans">
      <dgm:prSet/>
      <dgm:spPr>
        <a:xfrm>
          <a:off x="340858" y="25"/>
          <a:ext cx="2217216" cy="2217216"/>
        </a:xfrm>
        <a:prstGeom prst="circularArrow">
          <a:avLst>
            <a:gd name="adj1" fmla="val 6897"/>
            <a:gd name="adj2" fmla="val 464930"/>
            <a:gd name="adj3" fmla="val 1389185"/>
            <a:gd name="adj4" fmla="val 19745884"/>
            <a:gd name="adj5" fmla="val 8046"/>
          </a:avLst>
        </a:prstGeom>
        <a:solidFill>
          <a:srgbClr val="154A97"/>
        </a:solid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endParaRPr lang="zh-CN" altLang="en-US" sz="2800"/>
        </a:p>
      </dgm:t>
    </dgm:pt>
    <dgm:pt modelId="{2E1393B3-A8AB-4649-85E7-D6F966678762}">
      <dgm:prSet phldrT="[文本]" custT="1"/>
      <dgm:spPr>
        <a:xfrm>
          <a:off x="1818807" y="1592904"/>
          <a:ext cx="594850" cy="364990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pPr>
            <a:buNone/>
          </a:pPr>
          <a:r>
            <a:rPr lang="zh-CN" altLang="en-US" sz="2000" b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软雅黑" charset="-122"/>
              <a:ea typeface="微软雅黑" charset="-122"/>
              <a:cs typeface="Times New Roman" panose="02020503050405090304" pitchFamily="18" charset="0"/>
              <a:sym typeface="微软雅黑" charset="-122"/>
            </a:rPr>
            <a:t>合成</a:t>
          </a:r>
          <a:endParaRPr lang="zh-CN" altLang="en-US" sz="200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微软雅黑" charset="-122"/>
            <a:ea typeface="微软雅黑" charset="-122"/>
            <a:cs typeface="+mn-cs"/>
            <a:sym typeface="微软雅黑" charset="-122"/>
          </a:endParaRPr>
        </a:p>
      </dgm:t>
    </dgm:pt>
    <dgm:pt modelId="{22890DCC-50E3-4088-93D1-E9E15B6A3E93}" cxnId="{217499E2-6E61-4A68-95E8-BC0951EEEC8B}" type="parTrans">
      <dgm:prSet/>
      <dgm:spPr/>
      <dgm:t>
        <a:bodyPr/>
        <a:lstStyle/>
        <a:p>
          <a:endParaRPr lang="zh-CN" altLang="en-US" sz="2800"/>
        </a:p>
      </dgm:t>
    </dgm:pt>
    <dgm:pt modelId="{542452E5-997A-46FE-B88D-BD9CCDD2C2AE}" cxnId="{217499E2-6E61-4A68-95E8-BC0951EEEC8B}" type="sibTrans">
      <dgm:prSet/>
      <dgm:spPr>
        <a:xfrm>
          <a:off x="340858" y="25"/>
          <a:ext cx="2217216" cy="2217216"/>
        </a:xfrm>
        <a:prstGeom prst="circularArrow">
          <a:avLst>
            <a:gd name="adj1" fmla="val 6897"/>
            <a:gd name="adj2" fmla="val 464930"/>
            <a:gd name="adj3" fmla="val 6480503"/>
            <a:gd name="adj4" fmla="val 3854567"/>
            <a:gd name="adj5" fmla="val 8046"/>
          </a:avLst>
        </a:prstGeom>
        <a:solidFill>
          <a:srgbClr val="154A97"/>
        </a:solid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endParaRPr lang="zh-CN" altLang="en-US" sz="2800"/>
        </a:p>
      </dgm:t>
    </dgm:pt>
    <dgm:pt modelId="{6408F944-FCDC-48B3-A6D9-C19E7634ED9E}">
      <dgm:prSet phldrT="[文本]" custT="1"/>
      <dgm:spPr>
        <a:xfrm>
          <a:off x="485275" y="1592904"/>
          <a:ext cx="594850" cy="364990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pPr>
            <a:buNone/>
          </a:pPr>
          <a:r>
            <a:rPr lang="zh-CN" altLang="en-US" sz="2000" b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软雅黑" charset="-122"/>
              <a:ea typeface="微软雅黑" charset="-122"/>
              <a:cs typeface="Times New Roman" panose="02020503050405090304" pitchFamily="18" charset="0"/>
              <a:sym typeface="微软雅黑" charset="-122"/>
            </a:rPr>
            <a:t>测试</a:t>
          </a:r>
          <a:endParaRPr lang="zh-CN" altLang="en-US" sz="200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微软雅黑" charset="-122"/>
            <a:ea typeface="微软雅黑" charset="-122"/>
            <a:cs typeface="+mn-cs"/>
            <a:sym typeface="微软雅黑" charset="-122"/>
          </a:endParaRPr>
        </a:p>
      </dgm:t>
    </dgm:pt>
    <dgm:pt modelId="{0C2E86EE-285A-4643-94FB-6BB63501945A}" cxnId="{4E5A48B5-5EC4-4802-9510-A26882A37896}" type="parTrans">
      <dgm:prSet/>
      <dgm:spPr/>
      <dgm:t>
        <a:bodyPr/>
        <a:lstStyle/>
        <a:p>
          <a:endParaRPr lang="zh-CN" altLang="en-US" sz="2800"/>
        </a:p>
      </dgm:t>
    </dgm:pt>
    <dgm:pt modelId="{B703FA67-BA13-4C2A-A21D-D179341C070C}" cxnId="{4E5A48B5-5EC4-4802-9510-A26882A37896}" type="sibTrans">
      <dgm:prSet/>
      <dgm:spPr>
        <a:xfrm>
          <a:off x="340858" y="25"/>
          <a:ext cx="2217216" cy="2217216"/>
        </a:xfrm>
        <a:prstGeom prst="circularArrow">
          <a:avLst>
            <a:gd name="adj1" fmla="val 6897"/>
            <a:gd name="adj2" fmla="val 464930"/>
            <a:gd name="adj3" fmla="val 12189185"/>
            <a:gd name="adj4" fmla="val 8945884"/>
            <a:gd name="adj5" fmla="val 8046"/>
          </a:avLst>
        </a:prstGeom>
        <a:solidFill>
          <a:srgbClr val="154A97"/>
        </a:solid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endParaRPr lang="zh-CN" altLang="en-US" sz="2800"/>
        </a:p>
      </dgm:t>
    </dgm:pt>
    <dgm:pt modelId="{ACACACDD-B0C4-4A7B-9CC8-1BB0ADBB3EF2}">
      <dgm:prSet phldrT="[文本]" custT="1"/>
      <dgm:spPr>
        <a:xfrm>
          <a:off x="485275" y="259372"/>
          <a:ext cx="594850" cy="364990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pPr>
            <a:buNone/>
          </a:pPr>
          <a:r>
            <a:rPr lang="zh-CN" altLang="en-US" sz="2000" b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软雅黑" charset="-122"/>
              <a:ea typeface="微软雅黑" charset="-122"/>
              <a:cs typeface="Times New Roman" panose="02020503050405090304" pitchFamily="18" charset="0"/>
              <a:sym typeface="微软雅黑" charset="-122"/>
            </a:rPr>
            <a:t>分析</a:t>
          </a:r>
          <a:endParaRPr lang="zh-CN" altLang="en-US" sz="200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微软雅黑" charset="-122"/>
            <a:ea typeface="微软雅黑" charset="-122"/>
            <a:cs typeface="+mn-cs"/>
            <a:sym typeface="微软雅黑" charset="-122"/>
          </a:endParaRPr>
        </a:p>
      </dgm:t>
    </dgm:pt>
    <dgm:pt modelId="{0AC7E380-7926-44AD-9BC5-0526CC0B7EA9}" cxnId="{6508662A-42E2-4C8C-9DD2-849E5116A03A}" type="parTrans">
      <dgm:prSet/>
      <dgm:spPr/>
      <dgm:t>
        <a:bodyPr/>
        <a:lstStyle/>
        <a:p>
          <a:endParaRPr lang="zh-CN" altLang="en-US" sz="2800"/>
        </a:p>
      </dgm:t>
    </dgm:pt>
    <dgm:pt modelId="{239DF188-0F82-4964-85FD-A33CA9DA47CC}" cxnId="{6508662A-42E2-4C8C-9DD2-849E5116A03A}" type="sibTrans">
      <dgm:prSet/>
      <dgm:spPr>
        <a:xfrm>
          <a:off x="340858" y="25"/>
          <a:ext cx="2217216" cy="2217216"/>
        </a:xfrm>
        <a:prstGeom prst="circularArrow">
          <a:avLst>
            <a:gd name="adj1" fmla="val 6897"/>
            <a:gd name="adj2" fmla="val 464930"/>
            <a:gd name="adj3" fmla="val 17280503"/>
            <a:gd name="adj4" fmla="val 14654567"/>
            <a:gd name="adj5" fmla="val 8046"/>
          </a:avLst>
        </a:prstGeom>
        <a:solidFill>
          <a:srgbClr val="154A97"/>
        </a:solid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endParaRPr lang="zh-CN" altLang="en-US" sz="2800"/>
        </a:p>
      </dgm:t>
    </dgm:pt>
    <dgm:pt modelId="{5DD1BBA0-1701-4E92-9DFC-62C7ABB8A20B}" type="pres">
      <dgm:prSet presAssocID="{1A4CBDF2-6950-430E-847E-C09B651E144F}" presName="cycle" presStyleCnt="0">
        <dgm:presLayoutVars>
          <dgm:dir/>
          <dgm:resizeHandles val="exact"/>
        </dgm:presLayoutVars>
      </dgm:prSet>
      <dgm:spPr/>
    </dgm:pt>
    <dgm:pt modelId="{B46A5D0F-9816-46FA-AEE1-3E0C8D77123A}" type="pres">
      <dgm:prSet presAssocID="{3359D43A-26DA-406B-86BB-6D1894FDD6D9}" presName="dummy" presStyleCnt="0"/>
      <dgm:spPr/>
    </dgm:pt>
    <dgm:pt modelId="{8FB69D5F-3EFA-47C7-BBCE-C3BDF115F68F}" type="pres">
      <dgm:prSet presAssocID="{3359D43A-26DA-406B-86BB-6D1894FDD6D9}" presName="node" presStyleLbl="revTx" presStyleIdx="0" presStyleCnt="4" custScaleX="75856" custScaleY="46544">
        <dgm:presLayoutVars>
          <dgm:bulletEnabled val="1"/>
        </dgm:presLayoutVars>
      </dgm:prSet>
      <dgm:spPr/>
    </dgm:pt>
    <dgm:pt modelId="{6ADAF97D-EE33-4490-B1EE-3480CA91BB12}" type="pres">
      <dgm:prSet presAssocID="{F66CEBFD-734F-4D8F-AE55-2153FBAA7374}" presName="sibTrans" presStyleLbl="node1" presStyleIdx="0" presStyleCnt="4"/>
      <dgm:spPr/>
    </dgm:pt>
    <dgm:pt modelId="{89761BF8-4797-408E-887D-6366793F7864}" type="pres">
      <dgm:prSet presAssocID="{2E1393B3-A8AB-4649-85E7-D6F966678762}" presName="dummy" presStyleCnt="0"/>
      <dgm:spPr/>
    </dgm:pt>
    <dgm:pt modelId="{0D0A754F-AA22-4EC1-B24B-A8CC87BBD50A}" type="pres">
      <dgm:prSet presAssocID="{2E1393B3-A8AB-4649-85E7-D6F966678762}" presName="node" presStyleLbl="revTx" presStyleIdx="1" presStyleCnt="4" custScaleX="75856" custScaleY="46544">
        <dgm:presLayoutVars>
          <dgm:bulletEnabled val="1"/>
        </dgm:presLayoutVars>
      </dgm:prSet>
      <dgm:spPr/>
    </dgm:pt>
    <dgm:pt modelId="{D4B87452-E832-4C53-A25A-94673CF7B240}" type="pres">
      <dgm:prSet presAssocID="{542452E5-997A-46FE-B88D-BD9CCDD2C2AE}" presName="sibTrans" presStyleLbl="node1" presStyleIdx="1" presStyleCnt="4"/>
      <dgm:spPr/>
    </dgm:pt>
    <dgm:pt modelId="{22AD60C9-BD90-4B82-8D5E-D06686ED9ECA}" type="pres">
      <dgm:prSet presAssocID="{6408F944-FCDC-48B3-A6D9-C19E7634ED9E}" presName="dummy" presStyleCnt="0"/>
      <dgm:spPr/>
    </dgm:pt>
    <dgm:pt modelId="{BA30C4EF-9166-45AA-AC08-A5F3B9E17BC4}" type="pres">
      <dgm:prSet presAssocID="{6408F944-FCDC-48B3-A6D9-C19E7634ED9E}" presName="node" presStyleLbl="revTx" presStyleIdx="2" presStyleCnt="4" custScaleX="75856" custScaleY="46544">
        <dgm:presLayoutVars>
          <dgm:bulletEnabled val="1"/>
        </dgm:presLayoutVars>
      </dgm:prSet>
      <dgm:spPr/>
    </dgm:pt>
    <dgm:pt modelId="{B1A98296-8CD2-435F-BD49-3128FA0A9ED9}" type="pres">
      <dgm:prSet presAssocID="{B703FA67-BA13-4C2A-A21D-D179341C070C}" presName="sibTrans" presStyleLbl="node1" presStyleIdx="2" presStyleCnt="4"/>
      <dgm:spPr/>
    </dgm:pt>
    <dgm:pt modelId="{E1617CA6-C0D5-469E-ACF9-7B1E9C5A3F8E}" type="pres">
      <dgm:prSet presAssocID="{ACACACDD-B0C4-4A7B-9CC8-1BB0ADBB3EF2}" presName="dummy" presStyleCnt="0"/>
      <dgm:spPr/>
    </dgm:pt>
    <dgm:pt modelId="{CC476FB6-7626-4044-AD88-A4A64A1FC278}" type="pres">
      <dgm:prSet presAssocID="{ACACACDD-B0C4-4A7B-9CC8-1BB0ADBB3EF2}" presName="node" presStyleLbl="revTx" presStyleIdx="3" presStyleCnt="4" custScaleX="75856" custScaleY="46544">
        <dgm:presLayoutVars>
          <dgm:bulletEnabled val="1"/>
        </dgm:presLayoutVars>
      </dgm:prSet>
      <dgm:spPr/>
    </dgm:pt>
    <dgm:pt modelId="{2FBF54FE-A0E8-40A5-A8B6-3F69C62AE98A}" type="pres">
      <dgm:prSet presAssocID="{239DF188-0F82-4964-85FD-A33CA9DA47CC}" presName="sibTrans" presStyleLbl="node1" presStyleIdx="3" presStyleCnt="4"/>
      <dgm:spPr/>
    </dgm:pt>
  </dgm:ptLst>
  <dgm:cxnLst>
    <dgm:cxn modelId="{6508662A-42E2-4C8C-9DD2-849E5116A03A}" srcId="{1A4CBDF2-6950-430E-847E-C09B651E144F}" destId="{ACACACDD-B0C4-4A7B-9CC8-1BB0ADBB3EF2}" srcOrd="3" destOrd="0" parTransId="{0AC7E380-7926-44AD-9BC5-0526CC0B7EA9}" sibTransId="{239DF188-0F82-4964-85FD-A33CA9DA47CC}"/>
    <dgm:cxn modelId="{C2979668-BEC4-417E-B87A-F2F300F130C8}" type="presOf" srcId="{1A4CBDF2-6950-430E-847E-C09B651E144F}" destId="{5DD1BBA0-1701-4E92-9DFC-62C7ABB8A20B}" srcOrd="0" destOrd="0" presId="urn:microsoft.com/office/officeart/2005/8/layout/cycle1"/>
    <dgm:cxn modelId="{0C04A375-8C8E-4E86-9B85-1DC4C80C9040}" type="presOf" srcId="{B703FA67-BA13-4C2A-A21D-D179341C070C}" destId="{B1A98296-8CD2-435F-BD49-3128FA0A9ED9}" srcOrd="0" destOrd="0" presId="urn:microsoft.com/office/officeart/2005/8/layout/cycle1"/>
    <dgm:cxn modelId="{805A4A7C-6818-4AAD-B976-574274F8F02D}" type="presOf" srcId="{6408F944-FCDC-48B3-A6D9-C19E7634ED9E}" destId="{BA30C4EF-9166-45AA-AC08-A5F3B9E17BC4}" srcOrd="0" destOrd="0" presId="urn:microsoft.com/office/officeart/2005/8/layout/cycle1"/>
    <dgm:cxn modelId="{007661A3-3E78-4F32-9110-F049725149E6}" srcId="{1A4CBDF2-6950-430E-847E-C09B651E144F}" destId="{3359D43A-26DA-406B-86BB-6D1894FDD6D9}" srcOrd="0" destOrd="0" parTransId="{E8BB6A99-7DC4-44E6-8655-E123DBA66F54}" sibTransId="{F66CEBFD-734F-4D8F-AE55-2153FBAA7374}"/>
    <dgm:cxn modelId="{BB48CAAE-28C9-4080-8253-803739594E26}" type="presOf" srcId="{2E1393B3-A8AB-4649-85E7-D6F966678762}" destId="{0D0A754F-AA22-4EC1-B24B-A8CC87BBD50A}" srcOrd="0" destOrd="0" presId="urn:microsoft.com/office/officeart/2005/8/layout/cycle1"/>
    <dgm:cxn modelId="{4E5A48B5-5EC4-4802-9510-A26882A37896}" srcId="{1A4CBDF2-6950-430E-847E-C09B651E144F}" destId="{6408F944-FCDC-48B3-A6D9-C19E7634ED9E}" srcOrd="2" destOrd="0" parTransId="{0C2E86EE-285A-4643-94FB-6BB63501945A}" sibTransId="{B703FA67-BA13-4C2A-A21D-D179341C070C}"/>
    <dgm:cxn modelId="{F5DFFFB8-D78D-4FA7-8742-ECB6C53D0E7F}" type="presOf" srcId="{F66CEBFD-734F-4D8F-AE55-2153FBAA7374}" destId="{6ADAF97D-EE33-4490-B1EE-3480CA91BB12}" srcOrd="0" destOrd="0" presId="urn:microsoft.com/office/officeart/2005/8/layout/cycle1"/>
    <dgm:cxn modelId="{067BE3BA-CD31-4EC3-BCDD-5D6177C9C507}" type="presOf" srcId="{3359D43A-26DA-406B-86BB-6D1894FDD6D9}" destId="{8FB69D5F-3EFA-47C7-BBCE-C3BDF115F68F}" srcOrd="0" destOrd="0" presId="urn:microsoft.com/office/officeart/2005/8/layout/cycle1"/>
    <dgm:cxn modelId="{9FA9FBDD-F2A5-452E-A488-66E8C4E700C7}" type="presOf" srcId="{ACACACDD-B0C4-4A7B-9CC8-1BB0ADBB3EF2}" destId="{CC476FB6-7626-4044-AD88-A4A64A1FC278}" srcOrd="0" destOrd="0" presId="urn:microsoft.com/office/officeart/2005/8/layout/cycle1"/>
    <dgm:cxn modelId="{217499E2-6E61-4A68-95E8-BC0951EEEC8B}" srcId="{1A4CBDF2-6950-430E-847E-C09B651E144F}" destId="{2E1393B3-A8AB-4649-85E7-D6F966678762}" srcOrd="1" destOrd="0" parTransId="{22890DCC-50E3-4088-93D1-E9E15B6A3E93}" sibTransId="{542452E5-997A-46FE-B88D-BD9CCDD2C2AE}"/>
    <dgm:cxn modelId="{245A03EF-C63A-4A8C-AB88-2C6D342EB755}" type="presOf" srcId="{239DF188-0F82-4964-85FD-A33CA9DA47CC}" destId="{2FBF54FE-A0E8-40A5-A8B6-3F69C62AE98A}" srcOrd="0" destOrd="0" presId="urn:microsoft.com/office/officeart/2005/8/layout/cycle1"/>
    <dgm:cxn modelId="{8420FAF0-36E2-4138-B384-0E18EE4BE45B}" type="presOf" srcId="{542452E5-997A-46FE-B88D-BD9CCDD2C2AE}" destId="{D4B87452-E832-4C53-A25A-94673CF7B240}" srcOrd="0" destOrd="0" presId="urn:microsoft.com/office/officeart/2005/8/layout/cycle1"/>
    <dgm:cxn modelId="{25F33285-16F8-4665-B366-C22F47C9F31D}" type="presParOf" srcId="{5DD1BBA0-1701-4E92-9DFC-62C7ABB8A20B}" destId="{B46A5D0F-9816-46FA-AEE1-3E0C8D77123A}" srcOrd="0" destOrd="0" presId="urn:microsoft.com/office/officeart/2005/8/layout/cycle1"/>
    <dgm:cxn modelId="{0F3F2B9E-D73A-4AD3-9F50-1D1882E1244F}" type="presParOf" srcId="{5DD1BBA0-1701-4E92-9DFC-62C7ABB8A20B}" destId="{8FB69D5F-3EFA-47C7-BBCE-C3BDF115F68F}" srcOrd="1" destOrd="0" presId="urn:microsoft.com/office/officeart/2005/8/layout/cycle1"/>
    <dgm:cxn modelId="{D11A9D18-1868-4F45-A126-EFAB2C45E916}" type="presParOf" srcId="{5DD1BBA0-1701-4E92-9DFC-62C7ABB8A20B}" destId="{6ADAF97D-EE33-4490-B1EE-3480CA91BB12}" srcOrd="2" destOrd="0" presId="urn:microsoft.com/office/officeart/2005/8/layout/cycle1"/>
    <dgm:cxn modelId="{44B0BF9A-53C5-4FA9-8DE4-C4AE87EB19AF}" type="presParOf" srcId="{5DD1BBA0-1701-4E92-9DFC-62C7ABB8A20B}" destId="{89761BF8-4797-408E-887D-6366793F7864}" srcOrd="3" destOrd="0" presId="urn:microsoft.com/office/officeart/2005/8/layout/cycle1"/>
    <dgm:cxn modelId="{466B1F7E-236B-4152-A57B-6A1E3B638085}" type="presParOf" srcId="{5DD1BBA0-1701-4E92-9DFC-62C7ABB8A20B}" destId="{0D0A754F-AA22-4EC1-B24B-A8CC87BBD50A}" srcOrd="4" destOrd="0" presId="urn:microsoft.com/office/officeart/2005/8/layout/cycle1"/>
    <dgm:cxn modelId="{33C0CE84-EECA-408C-A4DC-9680D9BE7E90}" type="presParOf" srcId="{5DD1BBA0-1701-4E92-9DFC-62C7ABB8A20B}" destId="{D4B87452-E832-4C53-A25A-94673CF7B240}" srcOrd="5" destOrd="0" presId="urn:microsoft.com/office/officeart/2005/8/layout/cycle1"/>
    <dgm:cxn modelId="{5DB97105-DB68-4D00-91EA-18F0187D45BF}" type="presParOf" srcId="{5DD1BBA0-1701-4E92-9DFC-62C7ABB8A20B}" destId="{22AD60C9-BD90-4B82-8D5E-D06686ED9ECA}" srcOrd="6" destOrd="0" presId="urn:microsoft.com/office/officeart/2005/8/layout/cycle1"/>
    <dgm:cxn modelId="{87B3438C-7565-4B2B-8B90-D7398E4C329E}" type="presParOf" srcId="{5DD1BBA0-1701-4E92-9DFC-62C7ABB8A20B}" destId="{BA30C4EF-9166-45AA-AC08-A5F3B9E17BC4}" srcOrd="7" destOrd="0" presId="urn:microsoft.com/office/officeart/2005/8/layout/cycle1"/>
    <dgm:cxn modelId="{CE34D46E-A977-4D3F-B059-5C4A73462161}" type="presParOf" srcId="{5DD1BBA0-1701-4E92-9DFC-62C7ABB8A20B}" destId="{B1A98296-8CD2-435F-BD49-3128FA0A9ED9}" srcOrd="8" destOrd="0" presId="urn:microsoft.com/office/officeart/2005/8/layout/cycle1"/>
    <dgm:cxn modelId="{A1B9BF62-FA9E-4BE6-BDA7-24DE59786671}" type="presParOf" srcId="{5DD1BBA0-1701-4E92-9DFC-62C7ABB8A20B}" destId="{E1617CA6-C0D5-469E-ACF9-7B1E9C5A3F8E}" srcOrd="9" destOrd="0" presId="urn:microsoft.com/office/officeart/2005/8/layout/cycle1"/>
    <dgm:cxn modelId="{39783E2B-521B-4BC3-BF06-9C8FB5649DD9}" type="presParOf" srcId="{5DD1BBA0-1701-4E92-9DFC-62C7ABB8A20B}" destId="{CC476FB6-7626-4044-AD88-A4A64A1FC278}" srcOrd="10" destOrd="0" presId="urn:microsoft.com/office/officeart/2005/8/layout/cycle1"/>
    <dgm:cxn modelId="{0202F275-B0B5-4998-A9CB-EE811987C7CC}" type="presParOf" srcId="{5DD1BBA0-1701-4E92-9DFC-62C7ABB8A20B}" destId="{2FBF54FE-A0E8-40A5-A8B6-3F69C62AE98A}" srcOrd="11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B70D0E5-A5C0-4A65-AF1B-1D698EFA5685}" type="doc">
      <dgm:prSet loTypeId="urn:microsoft.com/office/officeart/2005/8/layout/radial6" loCatId="cycle" qsTypeId="urn:microsoft.com/office/officeart/2005/8/quickstyle/simple2#1" qsCatId="simple" csTypeId="urn:microsoft.com/office/officeart/2005/8/colors/accent1_2#2" csCatId="accent1" phldr="1"/>
      <dgm:spPr/>
      <dgm:t>
        <a:bodyPr/>
        <a:lstStyle/>
        <a:p>
          <a:endParaRPr lang="zh-CN" altLang="en-US"/>
        </a:p>
      </dgm:t>
    </dgm:pt>
    <dgm:pt modelId="{E4CF8A9D-766B-4BB2-AAB0-BEDEE1290F5E}">
      <dgm:prSet phldrT="[文本]"/>
      <dgm:spPr>
        <a:xfrm>
          <a:off x="1695487" y="1045951"/>
          <a:ext cx="1145090" cy="1145090"/>
        </a:xfrm>
        <a:prstGeom prst="ellipse">
          <a:avLst/>
        </a:prstGeom>
        <a:solidFill>
          <a:srgbClr val="971515"/>
        </a:solidFill>
        <a:ln w="1905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zh-CN" altLang="en-US">
              <a:solidFill>
                <a:srgbClr val="FFFFFF"/>
              </a:solidFill>
              <a:latin typeface="微软雅黑" charset="-122"/>
              <a:ea typeface="微软雅黑" charset="-122"/>
              <a:cs typeface="+mn-cs"/>
              <a:sym typeface="微软雅黑" charset="-122"/>
            </a:rPr>
            <a:t>第五科研范式</a:t>
          </a:r>
        </a:p>
      </dgm:t>
    </dgm:pt>
    <dgm:pt modelId="{DEB6864A-B739-4D00-870F-AE62390ECD06}" cxnId="{15B75087-0A58-44AE-8520-65277CCC2BED}" type="parTrans">
      <dgm:prSet/>
      <dgm:spPr/>
      <dgm:t>
        <a:bodyPr/>
        <a:lstStyle/>
        <a:p>
          <a:endParaRPr lang="zh-CN" altLang="en-US"/>
        </a:p>
      </dgm:t>
    </dgm:pt>
    <dgm:pt modelId="{66E7D2AA-09D4-42E2-A2CD-0B933AB4FD6B}" cxnId="{15B75087-0A58-44AE-8520-65277CCC2BED}" type="sibTrans">
      <dgm:prSet/>
      <dgm:spPr/>
      <dgm:t>
        <a:bodyPr/>
        <a:lstStyle/>
        <a:p>
          <a:endParaRPr lang="zh-CN" altLang="en-US"/>
        </a:p>
      </dgm:t>
    </dgm:pt>
    <dgm:pt modelId="{3E08AA59-5B54-4B33-A067-2FAE625A5458}">
      <dgm:prSet phldrT="[文本]"/>
      <dgm:spPr>
        <a:xfrm>
          <a:off x="1867251" y="1627"/>
          <a:ext cx="801563" cy="801563"/>
        </a:xfrm>
        <a:prstGeom prst="ellipse">
          <a:avLst/>
        </a:prstGeom>
        <a:solidFill>
          <a:srgbClr val="FFFFFF"/>
        </a:solidFill>
        <a:ln w="19050" cap="flat" cmpd="sng" algn="ctr">
          <a:solidFill>
            <a:srgbClr val="C00000"/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endParaRPr lang="zh-CN" altLang="en-US">
            <a:solidFill>
              <a:srgbClr val="FFFFFF"/>
            </a:solidFill>
            <a:latin typeface="微软雅黑" charset="-122"/>
            <a:ea typeface="微软雅黑" charset="-122"/>
            <a:cs typeface="+mn-cs"/>
            <a:sym typeface="微软雅黑" charset="-122"/>
          </a:endParaRPr>
        </a:p>
      </dgm:t>
    </dgm:pt>
    <dgm:pt modelId="{14619C0C-CF5B-422C-B22F-C881EF1F97B2}" cxnId="{51C360DE-927B-4803-B751-325F7CF2E7CD}" type="parTrans">
      <dgm:prSet/>
      <dgm:spPr/>
      <dgm:t>
        <a:bodyPr/>
        <a:lstStyle/>
        <a:p>
          <a:endParaRPr lang="zh-CN" altLang="en-US"/>
        </a:p>
      </dgm:t>
    </dgm:pt>
    <dgm:pt modelId="{2DE61E36-BB84-43FD-AD59-B2F97B85C8AD}" cxnId="{51C360DE-927B-4803-B751-325F7CF2E7CD}" type="sibTrans">
      <dgm:prSet/>
      <dgm:spPr>
        <a:xfrm>
          <a:off x="1023089" y="373553"/>
          <a:ext cx="2489886" cy="2489886"/>
        </a:xfrm>
        <a:prstGeom prst="blockArc">
          <a:avLst>
            <a:gd name="adj1" fmla="val 16200000"/>
            <a:gd name="adj2" fmla="val 20520000"/>
            <a:gd name="adj3" fmla="val 4636"/>
          </a:avLst>
        </a:prstGeom>
        <a:solidFill>
          <a:srgbClr val="DBDBDB">
            <a:lumMod val="75000"/>
          </a:srgbClr>
        </a:solidFill>
        <a:ln>
          <a:noFill/>
        </a:ln>
        <a:effectLst/>
      </dgm:spPr>
      <dgm:t>
        <a:bodyPr/>
        <a:lstStyle/>
        <a:p>
          <a:endParaRPr lang="zh-CN" altLang="en-US"/>
        </a:p>
      </dgm:t>
    </dgm:pt>
    <dgm:pt modelId="{F8CD8DB9-60F7-416D-80B8-ED40FF9C1860}">
      <dgm:prSet phldrT="[文本]" custT="1"/>
      <dgm:spPr>
        <a:xfrm>
          <a:off x="1152453" y="2201550"/>
          <a:ext cx="801563" cy="801563"/>
        </a:xfrm>
        <a:prstGeom prst="ellipse">
          <a:avLst/>
        </a:prstGeom>
        <a:solidFill>
          <a:srgbClr val="FFFFFF"/>
        </a:solidFill>
        <a:ln w="19050" cap="flat" cmpd="sng" algn="ctr">
          <a:solidFill>
            <a:srgbClr val="C00000"/>
          </a:solidFill>
          <a:prstDash val="solid"/>
          <a:miter lim="800000"/>
        </a:ln>
        <a:effectLst/>
      </dgm:spPr>
      <dgm:t>
        <a:bodyPr spcFirstLastPara="0" vert="horz" wrap="square" lIns="27940" tIns="27940" rIns="27940" bIns="27940" numCol="1" spcCol="1270" anchor="ctr" anchorCtr="0"/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2200" kern="1200">
            <a:solidFill>
              <a:srgbClr val="FFFFFF"/>
            </a:solidFill>
            <a:latin typeface="微软雅黑" charset="-122"/>
            <a:ea typeface="微软雅黑" charset="-122"/>
            <a:cs typeface="+mn-cs"/>
            <a:sym typeface="微软雅黑" charset="-122"/>
          </a:endParaRPr>
        </a:p>
      </dgm:t>
    </dgm:pt>
    <dgm:pt modelId="{890E7092-1D14-44BF-B5E1-ED6EE2FDD180}" cxnId="{ABF81200-4AC9-454C-A8D4-C24C9409FE15}" type="parTrans">
      <dgm:prSet/>
      <dgm:spPr/>
      <dgm:t>
        <a:bodyPr/>
        <a:lstStyle/>
        <a:p>
          <a:endParaRPr lang="zh-CN" altLang="en-US"/>
        </a:p>
      </dgm:t>
    </dgm:pt>
    <dgm:pt modelId="{F5CE77F8-0738-4D06-BC90-807E7536C558}" cxnId="{ABF81200-4AC9-454C-A8D4-C24C9409FE15}" type="sibTrans">
      <dgm:prSet/>
      <dgm:spPr>
        <a:xfrm>
          <a:off x="1023089" y="373553"/>
          <a:ext cx="2489886" cy="2489886"/>
        </a:xfrm>
        <a:prstGeom prst="blockArc">
          <a:avLst>
            <a:gd name="adj1" fmla="val 7560000"/>
            <a:gd name="adj2" fmla="val 11880000"/>
            <a:gd name="adj3" fmla="val 4636"/>
          </a:avLst>
        </a:prstGeom>
        <a:solidFill>
          <a:srgbClr val="C8161E">
            <a:tint val="60000"/>
            <a:hueOff val="0"/>
            <a:satOff val="0"/>
            <a:lumOff val="0"/>
            <a:alphaOff val="0"/>
          </a:srgbClr>
        </a:solidFill>
        <a:ln>
          <a:noFill/>
        </a:ln>
        <a:effectLst/>
      </dgm:spPr>
      <dgm:t>
        <a:bodyPr/>
        <a:lstStyle/>
        <a:p>
          <a:endParaRPr lang="zh-CN" altLang="en-US"/>
        </a:p>
      </dgm:t>
    </dgm:pt>
    <dgm:pt modelId="{A0DA5D78-5FA3-4CD0-88D5-38C62DD72634}">
      <dgm:prSet phldrT="[文本]" custT="1"/>
      <dgm:spPr>
        <a:xfrm>
          <a:off x="710683" y="841923"/>
          <a:ext cx="801563" cy="801563"/>
        </a:xfrm>
        <a:prstGeom prst="ellipse">
          <a:avLst/>
        </a:prstGeom>
        <a:solidFill>
          <a:srgbClr val="FFFFFF"/>
        </a:solidFill>
        <a:ln w="19050" cap="flat" cmpd="sng" algn="ctr">
          <a:solidFill>
            <a:srgbClr val="C00000"/>
          </a:solidFill>
          <a:prstDash val="solid"/>
          <a:miter lim="800000"/>
        </a:ln>
        <a:effectLst/>
      </dgm:spPr>
      <dgm:t>
        <a:bodyPr spcFirstLastPara="0" vert="horz" wrap="square" lIns="27940" tIns="27940" rIns="27940" bIns="27940" numCol="1" spcCol="1270" anchor="ctr" anchorCtr="0"/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2200" kern="1200">
            <a:solidFill>
              <a:srgbClr val="FFFFFF"/>
            </a:solidFill>
            <a:latin typeface="微软雅黑" charset="-122"/>
            <a:ea typeface="微软雅黑" charset="-122"/>
            <a:cs typeface="+mn-cs"/>
            <a:sym typeface="微软雅黑" charset="-122"/>
          </a:endParaRPr>
        </a:p>
      </dgm:t>
    </dgm:pt>
    <dgm:pt modelId="{B71376BC-2569-4936-99B5-B6CA790C641B}" cxnId="{D09EF295-7064-43BD-9108-68168CEE22EE}" type="parTrans">
      <dgm:prSet/>
      <dgm:spPr/>
      <dgm:t>
        <a:bodyPr/>
        <a:lstStyle/>
        <a:p>
          <a:endParaRPr lang="zh-CN" altLang="en-US"/>
        </a:p>
      </dgm:t>
    </dgm:pt>
    <dgm:pt modelId="{B3FDEDE3-D2C4-4497-92DD-8253D26B452C}" cxnId="{D09EF295-7064-43BD-9108-68168CEE22EE}" type="sibTrans">
      <dgm:prSet/>
      <dgm:spPr>
        <a:xfrm>
          <a:off x="1023089" y="373553"/>
          <a:ext cx="2489886" cy="2489886"/>
        </a:xfrm>
        <a:prstGeom prst="blockArc">
          <a:avLst>
            <a:gd name="adj1" fmla="val 11880000"/>
            <a:gd name="adj2" fmla="val 16200000"/>
            <a:gd name="adj3" fmla="val 4636"/>
          </a:avLst>
        </a:prstGeom>
        <a:solidFill>
          <a:srgbClr val="C8161E">
            <a:tint val="60000"/>
            <a:hueOff val="0"/>
            <a:satOff val="0"/>
            <a:lumOff val="0"/>
            <a:alphaOff val="0"/>
          </a:srgbClr>
        </a:solidFill>
        <a:ln>
          <a:noFill/>
        </a:ln>
        <a:effectLst/>
      </dgm:spPr>
      <dgm:t>
        <a:bodyPr/>
        <a:lstStyle/>
        <a:p>
          <a:endParaRPr lang="zh-CN" altLang="en-US"/>
        </a:p>
      </dgm:t>
    </dgm:pt>
    <dgm:pt modelId="{52F31415-E8DC-4122-BD1A-212F49587CB0}">
      <dgm:prSet phldrT="[文本]" custT="1"/>
      <dgm:spPr>
        <a:xfrm>
          <a:off x="2582049" y="2201550"/>
          <a:ext cx="801563" cy="801563"/>
        </a:xfrm>
        <a:prstGeom prst="ellipse">
          <a:avLst/>
        </a:prstGeom>
        <a:solidFill>
          <a:srgbClr val="FFFFFF"/>
        </a:solidFill>
        <a:ln w="19050" cap="flat" cmpd="sng" algn="ctr">
          <a:solidFill>
            <a:srgbClr val="C00000"/>
          </a:solidFill>
          <a:prstDash val="solid"/>
          <a:miter lim="800000"/>
        </a:ln>
        <a:effectLst/>
      </dgm:spPr>
      <dgm:t>
        <a:bodyPr spcFirstLastPara="0" vert="horz" wrap="square" lIns="27940" tIns="27940" rIns="27940" bIns="27940" numCol="1" spcCol="1270" anchor="ctr" anchorCtr="0"/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2200" kern="1200">
            <a:solidFill>
              <a:srgbClr val="FFFFFF"/>
            </a:solidFill>
            <a:latin typeface="微软雅黑" charset="-122"/>
            <a:ea typeface="微软雅黑" charset="-122"/>
            <a:cs typeface="+mn-cs"/>
            <a:sym typeface="微软雅黑" charset="-122"/>
          </a:endParaRPr>
        </a:p>
      </dgm:t>
    </dgm:pt>
    <dgm:pt modelId="{D75B8DF6-0831-414D-88B6-BB34E11A4EC2}" cxnId="{46104619-98EA-412C-AA90-9D0484ABC034}" type="parTrans">
      <dgm:prSet/>
      <dgm:spPr/>
      <dgm:t>
        <a:bodyPr/>
        <a:lstStyle/>
        <a:p>
          <a:endParaRPr lang="zh-CN" altLang="en-US"/>
        </a:p>
      </dgm:t>
    </dgm:pt>
    <dgm:pt modelId="{73EC76CD-CF92-405B-A5F8-FC55164FEF4A}" cxnId="{46104619-98EA-412C-AA90-9D0484ABC034}" type="sibTrans">
      <dgm:prSet/>
      <dgm:spPr>
        <a:xfrm>
          <a:off x="1023089" y="373553"/>
          <a:ext cx="2489886" cy="2489886"/>
        </a:xfrm>
        <a:prstGeom prst="blockArc">
          <a:avLst>
            <a:gd name="adj1" fmla="val 3240000"/>
            <a:gd name="adj2" fmla="val 7560000"/>
            <a:gd name="adj3" fmla="val 4636"/>
          </a:avLst>
        </a:prstGeom>
        <a:solidFill>
          <a:srgbClr val="C8161E">
            <a:tint val="60000"/>
            <a:hueOff val="0"/>
            <a:satOff val="0"/>
            <a:lumOff val="0"/>
            <a:alphaOff val="0"/>
          </a:srgbClr>
        </a:solidFill>
        <a:ln>
          <a:noFill/>
        </a:ln>
        <a:effectLst/>
      </dgm:spPr>
      <dgm:t>
        <a:bodyPr/>
        <a:lstStyle/>
        <a:p>
          <a:endParaRPr lang="zh-CN" altLang="en-US"/>
        </a:p>
      </dgm:t>
    </dgm:pt>
    <dgm:pt modelId="{0FEE7636-2E5A-43FB-B351-4C8AA3FEEA14}">
      <dgm:prSet phldrT="[文本]" custT="1"/>
      <dgm:spPr>
        <a:xfrm>
          <a:off x="3023818" y="841923"/>
          <a:ext cx="801563" cy="801563"/>
        </a:xfrm>
        <a:prstGeom prst="ellipse">
          <a:avLst/>
        </a:prstGeom>
        <a:solidFill>
          <a:srgbClr val="FFFFFF"/>
        </a:solidFill>
        <a:ln w="19050" cap="flat" cmpd="sng" algn="ctr">
          <a:solidFill>
            <a:srgbClr val="C00000"/>
          </a:solidFill>
          <a:prstDash val="solid"/>
          <a:miter lim="800000"/>
        </a:ln>
        <a:effectLst/>
      </dgm:spPr>
      <dgm:t>
        <a:bodyPr spcFirstLastPara="0" vert="horz" wrap="square" lIns="27940" tIns="27940" rIns="27940" bIns="27940" numCol="1" spcCol="1270" anchor="ctr" anchorCtr="0"/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altLang="zh-CN" sz="2200" kern="1200">
            <a:solidFill>
              <a:srgbClr val="FFFFFF"/>
            </a:solidFill>
            <a:latin typeface="微软雅黑" charset="-122"/>
            <a:ea typeface="微软雅黑" charset="-122"/>
            <a:cs typeface="+mn-cs"/>
            <a:sym typeface="微软雅黑" charset="-122"/>
          </a:endParaRPr>
        </a:p>
      </dgm:t>
    </dgm:pt>
    <dgm:pt modelId="{0234E46D-3A0C-4DA4-8479-ED5742159F7B}" cxnId="{6AF7C58E-974B-40B4-8588-18A15392177D}" type="parTrans">
      <dgm:prSet/>
      <dgm:spPr/>
      <dgm:t>
        <a:bodyPr/>
        <a:lstStyle/>
        <a:p>
          <a:endParaRPr lang="zh-CN" altLang="en-US"/>
        </a:p>
      </dgm:t>
    </dgm:pt>
    <dgm:pt modelId="{3AC291E3-47C9-48EC-8735-0E4A1BE132EE}" cxnId="{6AF7C58E-974B-40B4-8588-18A15392177D}" type="sibTrans">
      <dgm:prSet/>
      <dgm:spPr>
        <a:xfrm>
          <a:off x="1023089" y="373553"/>
          <a:ext cx="2489886" cy="2489886"/>
        </a:xfrm>
        <a:prstGeom prst="blockArc">
          <a:avLst>
            <a:gd name="adj1" fmla="val 20520000"/>
            <a:gd name="adj2" fmla="val 3240000"/>
            <a:gd name="adj3" fmla="val 4636"/>
          </a:avLst>
        </a:prstGeom>
        <a:solidFill>
          <a:srgbClr val="E0ABAB"/>
        </a:solidFill>
        <a:ln>
          <a:noFill/>
        </a:ln>
        <a:effectLst/>
      </dgm:spPr>
      <dgm:t>
        <a:bodyPr/>
        <a:lstStyle/>
        <a:p>
          <a:endParaRPr lang="zh-CN" altLang="en-US"/>
        </a:p>
      </dgm:t>
    </dgm:pt>
    <dgm:pt modelId="{6D764E50-344F-48B3-BE02-088D4176E6A6}" type="pres">
      <dgm:prSet presAssocID="{DB70D0E5-A5C0-4A65-AF1B-1D698EFA5685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16706389-F440-4AF1-8D85-E87E9EF53731}" type="pres">
      <dgm:prSet presAssocID="{E4CF8A9D-766B-4BB2-AAB0-BEDEE1290F5E}" presName="centerShape" presStyleLbl="node0" presStyleIdx="0" presStyleCnt="1"/>
      <dgm:spPr/>
    </dgm:pt>
    <dgm:pt modelId="{620A074A-6494-4890-A2A2-877ABD85BCCC}" type="pres">
      <dgm:prSet presAssocID="{3E08AA59-5B54-4B33-A067-2FAE625A5458}" presName="node" presStyleLbl="node1" presStyleIdx="0" presStyleCnt="5">
        <dgm:presLayoutVars>
          <dgm:bulletEnabled val="1"/>
        </dgm:presLayoutVars>
      </dgm:prSet>
      <dgm:spPr/>
    </dgm:pt>
    <dgm:pt modelId="{FBA18EAC-C3CC-4DD8-AA44-7A8DE1606F92}" type="pres">
      <dgm:prSet presAssocID="{3E08AA59-5B54-4B33-A067-2FAE625A5458}" presName="dummy" presStyleCnt="0"/>
      <dgm:spPr/>
    </dgm:pt>
    <dgm:pt modelId="{BA8186F7-9DA9-4791-A16F-FF0EA74DD82D}" type="pres">
      <dgm:prSet presAssocID="{2DE61E36-BB84-43FD-AD59-B2F97B85C8AD}" presName="sibTrans" presStyleLbl="sibTrans2D1" presStyleIdx="0" presStyleCnt="5"/>
      <dgm:spPr/>
    </dgm:pt>
    <dgm:pt modelId="{3B6ACEB4-9FAA-46BC-89F3-FBD638A298A6}" type="pres">
      <dgm:prSet presAssocID="{0FEE7636-2E5A-43FB-B351-4C8AA3FEEA14}" presName="node" presStyleLbl="node1" presStyleIdx="1" presStyleCnt="5">
        <dgm:presLayoutVars>
          <dgm:bulletEnabled val="1"/>
        </dgm:presLayoutVars>
      </dgm:prSet>
      <dgm:spPr>
        <a:xfrm>
          <a:off x="3737756" y="1040169"/>
          <a:ext cx="990816" cy="990816"/>
        </a:xfrm>
        <a:prstGeom prst="ellipse">
          <a:avLst/>
        </a:prstGeom>
      </dgm:spPr>
    </dgm:pt>
    <dgm:pt modelId="{C9BFA3C3-702F-4DBA-BEB6-ED110C7C0800}" type="pres">
      <dgm:prSet presAssocID="{0FEE7636-2E5A-43FB-B351-4C8AA3FEEA14}" presName="dummy" presStyleCnt="0"/>
      <dgm:spPr/>
    </dgm:pt>
    <dgm:pt modelId="{61B49160-E5E6-41EB-9F13-E1E3FADB4967}" type="pres">
      <dgm:prSet presAssocID="{3AC291E3-47C9-48EC-8735-0E4A1BE132EE}" presName="sibTrans" presStyleLbl="sibTrans2D1" presStyleIdx="1" presStyleCnt="5"/>
      <dgm:spPr/>
    </dgm:pt>
    <dgm:pt modelId="{333D828E-AE80-49EC-A5A5-82D70842FB29}" type="pres">
      <dgm:prSet presAssocID="{52F31415-E8DC-4122-BD1A-212F49587CB0}" presName="node" presStyleLbl="node1" presStyleIdx="2" presStyleCnt="5">
        <dgm:presLayoutVars>
          <dgm:bulletEnabled val="1"/>
        </dgm:presLayoutVars>
      </dgm:prSet>
      <dgm:spPr>
        <a:xfrm>
          <a:off x="3191682" y="2720810"/>
          <a:ext cx="990816" cy="990816"/>
        </a:xfrm>
        <a:prstGeom prst="ellipse">
          <a:avLst/>
        </a:prstGeom>
      </dgm:spPr>
    </dgm:pt>
    <dgm:pt modelId="{60B0BE1E-8D51-4CB1-8427-FAAB0ED8DE1A}" type="pres">
      <dgm:prSet presAssocID="{52F31415-E8DC-4122-BD1A-212F49587CB0}" presName="dummy" presStyleCnt="0"/>
      <dgm:spPr/>
    </dgm:pt>
    <dgm:pt modelId="{29CF0BCE-0EA4-40E8-AE1D-D3B65176A6C8}" type="pres">
      <dgm:prSet presAssocID="{73EC76CD-CF92-405B-A5F8-FC55164FEF4A}" presName="sibTrans" presStyleLbl="sibTrans2D1" presStyleIdx="2" presStyleCnt="5"/>
      <dgm:spPr/>
    </dgm:pt>
    <dgm:pt modelId="{FD7AD192-59A4-4090-8AEA-D54993E6B7B1}" type="pres">
      <dgm:prSet presAssocID="{F8CD8DB9-60F7-416D-80B8-ED40FF9C1860}" presName="node" presStyleLbl="node1" presStyleIdx="3" presStyleCnt="5">
        <dgm:presLayoutVars>
          <dgm:bulletEnabled val="1"/>
        </dgm:presLayoutVars>
      </dgm:prSet>
      <dgm:spPr>
        <a:xfrm>
          <a:off x="1424552" y="2720810"/>
          <a:ext cx="990816" cy="990816"/>
        </a:xfrm>
        <a:prstGeom prst="ellipse">
          <a:avLst/>
        </a:prstGeom>
      </dgm:spPr>
    </dgm:pt>
    <dgm:pt modelId="{A2351ADC-3C02-4FA6-9380-7AA32A235736}" type="pres">
      <dgm:prSet presAssocID="{F8CD8DB9-60F7-416D-80B8-ED40FF9C1860}" presName="dummy" presStyleCnt="0"/>
      <dgm:spPr/>
    </dgm:pt>
    <dgm:pt modelId="{FA61FD14-303A-4FF6-A8D4-2C0D6EC2BA3A}" type="pres">
      <dgm:prSet presAssocID="{F5CE77F8-0738-4D06-BC90-807E7536C558}" presName="sibTrans" presStyleLbl="sibTrans2D1" presStyleIdx="3" presStyleCnt="5"/>
      <dgm:spPr/>
    </dgm:pt>
    <dgm:pt modelId="{B18AA8C4-E209-4E0B-B3A8-EC7E199EF9FE}" type="pres">
      <dgm:prSet presAssocID="{A0DA5D78-5FA3-4CD0-88D5-38C62DD72634}" presName="node" presStyleLbl="node1" presStyleIdx="4" presStyleCnt="5">
        <dgm:presLayoutVars>
          <dgm:bulletEnabled val="1"/>
        </dgm:presLayoutVars>
      </dgm:prSet>
      <dgm:spPr>
        <a:xfrm>
          <a:off x="878478" y="1040169"/>
          <a:ext cx="990816" cy="990816"/>
        </a:xfrm>
        <a:prstGeom prst="ellipse">
          <a:avLst/>
        </a:prstGeom>
      </dgm:spPr>
    </dgm:pt>
    <dgm:pt modelId="{2A18373D-C19F-4480-894F-E95FF05A47B3}" type="pres">
      <dgm:prSet presAssocID="{A0DA5D78-5FA3-4CD0-88D5-38C62DD72634}" presName="dummy" presStyleCnt="0"/>
      <dgm:spPr/>
    </dgm:pt>
    <dgm:pt modelId="{D9311ED2-2BB9-4C2E-A0AE-07A7CACC744C}" type="pres">
      <dgm:prSet presAssocID="{B3FDEDE3-D2C4-4497-92DD-8253D26B452C}" presName="sibTrans" presStyleLbl="sibTrans2D1" presStyleIdx="4" presStyleCnt="5"/>
      <dgm:spPr/>
    </dgm:pt>
  </dgm:ptLst>
  <dgm:cxnLst>
    <dgm:cxn modelId="{ABF81200-4AC9-454C-A8D4-C24C9409FE15}" srcId="{E4CF8A9D-766B-4BB2-AAB0-BEDEE1290F5E}" destId="{F8CD8DB9-60F7-416D-80B8-ED40FF9C1860}" srcOrd="3" destOrd="0" parTransId="{890E7092-1D14-44BF-B5E1-ED6EE2FDD180}" sibTransId="{F5CE77F8-0738-4D06-BC90-807E7536C558}"/>
    <dgm:cxn modelId="{82E8CB01-DF40-488D-878E-4936C8561A0D}" type="presOf" srcId="{52F31415-E8DC-4122-BD1A-212F49587CB0}" destId="{333D828E-AE80-49EC-A5A5-82D70842FB29}" srcOrd="0" destOrd="0" presId="urn:microsoft.com/office/officeart/2005/8/layout/radial6"/>
    <dgm:cxn modelId="{46104619-98EA-412C-AA90-9D0484ABC034}" srcId="{E4CF8A9D-766B-4BB2-AAB0-BEDEE1290F5E}" destId="{52F31415-E8DC-4122-BD1A-212F49587CB0}" srcOrd="2" destOrd="0" parTransId="{D75B8DF6-0831-414D-88B6-BB34E11A4EC2}" sibTransId="{73EC76CD-CF92-405B-A5F8-FC55164FEF4A}"/>
    <dgm:cxn modelId="{CCD62130-43CF-486A-8156-87C10EAC8B12}" type="presOf" srcId="{B3FDEDE3-D2C4-4497-92DD-8253D26B452C}" destId="{D9311ED2-2BB9-4C2E-A0AE-07A7CACC744C}" srcOrd="0" destOrd="0" presId="urn:microsoft.com/office/officeart/2005/8/layout/radial6"/>
    <dgm:cxn modelId="{DB8DD53A-B41D-48E2-BF4E-714424DADFB0}" type="presOf" srcId="{A0DA5D78-5FA3-4CD0-88D5-38C62DD72634}" destId="{B18AA8C4-E209-4E0B-B3A8-EC7E199EF9FE}" srcOrd="0" destOrd="0" presId="urn:microsoft.com/office/officeart/2005/8/layout/radial6"/>
    <dgm:cxn modelId="{CBB6A23C-BFD2-466F-BA11-02A65ADA43E6}" type="presOf" srcId="{3AC291E3-47C9-48EC-8735-0E4A1BE132EE}" destId="{61B49160-E5E6-41EB-9F13-E1E3FADB4967}" srcOrd="0" destOrd="0" presId="urn:microsoft.com/office/officeart/2005/8/layout/radial6"/>
    <dgm:cxn modelId="{FF0C3969-FC6D-4472-876E-1F223F0CE794}" type="presOf" srcId="{F8CD8DB9-60F7-416D-80B8-ED40FF9C1860}" destId="{FD7AD192-59A4-4090-8AEA-D54993E6B7B1}" srcOrd="0" destOrd="0" presId="urn:microsoft.com/office/officeart/2005/8/layout/radial6"/>
    <dgm:cxn modelId="{15B75087-0A58-44AE-8520-65277CCC2BED}" srcId="{DB70D0E5-A5C0-4A65-AF1B-1D698EFA5685}" destId="{E4CF8A9D-766B-4BB2-AAB0-BEDEE1290F5E}" srcOrd="0" destOrd="0" parTransId="{DEB6864A-B739-4D00-870F-AE62390ECD06}" sibTransId="{66E7D2AA-09D4-42E2-A2CD-0B933AB4FD6B}"/>
    <dgm:cxn modelId="{6AF7C58E-974B-40B4-8588-18A15392177D}" srcId="{E4CF8A9D-766B-4BB2-AAB0-BEDEE1290F5E}" destId="{0FEE7636-2E5A-43FB-B351-4C8AA3FEEA14}" srcOrd="1" destOrd="0" parTransId="{0234E46D-3A0C-4DA4-8479-ED5742159F7B}" sibTransId="{3AC291E3-47C9-48EC-8735-0E4A1BE132EE}"/>
    <dgm:cxn modelId="{5B1EF990-B889-4A4B-A620-3D2ADDC3F7C2}" type="presOf" srcId="{F5CE77F8-0738-4D06-BC90-807E7536C558}" destId="{FA61FD14-303A-4FF6-A8D4-2C0D6EC2BA3A}" srcOrd="0" destOrd="0" presId="urn:microsoft.com/office/officeart/2005/8/layout/radial6"/>
    <dgm:cxn modelId="{D09EF295-7064-43BD-9108-68168CEE22EE}" srcId="{E4CF8A9D-766B-4BB2-AAB0-BEDEE1290F5E}" destId="{A0DA5D78-5FA3-4CD0-88D5-38C62DD72634}" srcOrd="4" destOrd="0" parTransId="{B71376BC-2569-4936-99B5-B6CA790C641B}" sibTransId="{B3FDEDE3-D2C4-4497-92DD-8253D26B452C}"/>
    <dgm:cxn modelId="{82304296-5D89-43E2-9AAE-87EA63D1EC87}" type="presOf" srcId="{3E08AA59-5B54-4B33-A067-2FAE625A5458}" destId="{620A074A-6494-4890-A2A2-877ABD85BCCC}" srcOrd="0" destOrd="0" presId="urn:microsoft.com/office/officeart/2005/8/layout/radial6"/>
    <dgm:cxn modelId="{EC7D85A0-B13D-4927-8C43-320B34C39B1B}" type="presOf" srcId="{2DE61E36-BB84-43FD-AD59-B2F97B85C8AD}" destId="{BA8186F7-9DA9-4791-A16F-FF0EA74DD82D}" srcOrd="0" destOrd="0" presId="urn:microsoft.com/office/officeart/2005/8/layout/radial6"/>
    <dgm:cxn modelId="{C5526CA9-6A3C-4752-8D82-380AFF252693}" type="presOf" srcId="{0FEE7636-2E5A-43FB-B351-4C8AA3FEEA14}" destId="{3B6ACEB4-9FAA-46BC-89F3-FBD638A298A6}" srcOrd="0" destOrd="0" presId="urn:microsoft.com/office/officeart/2005/8/layout/radial6"/>
    <dgm:cxn modelId="{9687B1B5-0351-47E8-AF93-10BB78725554}" type="presOf" srcId="{E4CF8A9D-766B-4BB2-AAB0-BEDEE1290F5E}" destId="{16706389-F440-4AF1-8D85-E87E9EF53731}" srcOrd="0" destOrd="0" presId="urn:microsoft.com/office/officeart/2005/8/layout/radial6"/>
    <dgm:cxn modelId="{51C360DE-927B-4803-B751-325F7CF2E7CD}" srcId="{E4CF8A9D-766B-4BB2-AAB0-BEDEE1290F5E}" destId="{3E08AA59-5B54-4B33-A067-2FAE625A5458}" srcOrd="0" destOrd="0" parTransId="{14619C0C-CF5B-422C-B22F-C881EF1F97B2}" sibTransId="{2DE61E36-BB84-43FD-AD59-B2F97B85C8AD}"/>
    <dgm:cxn modelId="{2482C7E9-47A6-40F3-B838-3924756B31BE}" type="presOf" srcId="{DB70D0E5-A5C0-4A65-AF1B-1D698EFA5685}" destId="{6D764E50-344F-48B3-BE02-088D4176E6A6}" srcOrd="0" destOrd="0" presId="urn:microsoft.com/office/officeart/2005/8/layout/radial6"/>
    <dgm:cxn modelId="{1DE069FF-4C52-41D6-AD39-6A1D309187EB}" type="presOf" srcId="{73EC76CD-CF92-405B-A5F8-FC55164FEF4A}" destId="{29CF0BCE-0EA4-40E8-AE1D-D3B65176A6C8}" srcOrd="0" destOrd="0" presId="urn:microsoft.com/office/officeart/2005/8/layout/radial6"/>
    <dgm:cxn modelId="{8CFDA5E1-409D-4B62-AE14-48B7B2C2BCE0}" type="presParOf" srcId="{6D764E50-344F-48B3-BE02-088D4176E6A6}" destId="{16706389-F440-4AF1-8D85-E87E9EF53731}" srcOrd="0" destOrd="0" presId="urn:microsoft.com/office/officeart/2005/8/layout/radial6"/>
    <dgm:cxn modelId="{5283E7CF-3CA8-4487-B1AC-2A1B029C7FFB}" type="presParOf" srcId="{6D764E50-344F-48B3-BE02-088D4176E6A6}" destId="{620A074A-6494-4890-A2A2-877ABD85BCCC}" srcOrd="1" destOrd="0" presId="urn:microsoft.com/office/officeart/2005/8/layout/radial6"/>
    <dgm:cxn modelId="{34F8B6C9-7951-49D4-B076-9954DBEF613C}" type="presParOf" srcId="{6D764E50-344F-48B3-BE02-088D4176E6A6}" destId="{FBA18EAC-C3CC-4DD8-AA44-7A8DE1606F92}" srcOrd="2" destOrd="0" presId="urn:microsoft.com/office/officeart/2005/8/layout/radial6"/>
    <dgm:cxn modelId="{AEEC027F-D6CA-4CA7-ABD3-F45B32E3C1CC}" type="presParOf" srcId="{6D764E50-344F-48B3-BE02-088D4176E6A6}" destId="{BA8186F7-9DA9-4791-A16F-FF0EA74DD82D}" srcOrd="3" destOrd="0" presId="urn:microsoft.com/office/officeart/2005/8/layout/radial6"/>
    <dgm:cxn modelId="{8B7C0795-E537-4596-A710-7A05ACD396EF}" type="presParOf" srcId="{6D764E50-344F-48B3-BE02-088D4176E6A6}" destId="{3B6ACEB4-9FAA-46BC-89F3-FBD638A298A6}" srcOrd="4" destOrd="0" presId="urn:microsoft.com/office/officeart/2005/8/layout/radial6"/>
    <dgm:cxn modelId="{F72DC1C7-7B25-4B49-9A95-CD9466C6D95B}" type="presParOf" srcId="{6D764E50-344F-48B3-BE02-088D4176E6A6}" destId="{C9BFA3C3-702F-4DBA-BEB6-ED110C7C0800}" srcOrd="5" destOrd="0" presId="urn:microsoft.com/office/officeart/2005/8/layout/radial6"/>
    <dgm:cxn modelId="{EF3D446F-9185-4AF2-9570-2B506A3119AF}" type="presParOf" srcId="{6D764E50-344F-48B3-BE02-088D4176E6A6}" destId="{61B49160-E5E6-41EB-9F13-E1E3FADB4967}" srcOrd="6" destOrd="0" presId="urn:microsoft.com/office/officeart/2005/8/layout/radial6"/>
    <dgm:cxn modelId="{6C908E27-AC85-4846-A9CD-D896FD31405C}" type="presParOf" srcId="{6D764E50-344F-48B3-BE02-088D4176E6A6}" destId="{333D828E-AE80-49EC-A5A5-82D70842FB29}" srcOrd="7" destOrd="0" presId="urn:microsoft.com/office/officeart/2005/8/layout/radial6"/>
    <dgm:cxn modelId="{5B84B954-55CF-4384-A15E-B32643E5B386}" type="presParOf" srcId="{6D764E50-344F-48B3-BE02-088D4176E6A6}" destId="{60B0BE1E-8D51-4CB1-8427-FAAB0ED8DE1A}" srcOrd="8" destOrd="0" presId="urn:microsoft.com/office/officeart/2005/8/layout/radial6"/>
    <dgm:cxn modelId="{1A6F9C6F-E6EC-457C-80B6-57BFDF77382E}" type="presParOf" srcId="{6D764E50-344F-48B3-BE02-088D4176E6A6}" destId="{29CF0BCE-0EA4-40E8-AE1D-D3B65176A6C8}" srcOrd="9" destOrd="0" presId="urn:microsoft.com/office/officeart/2005/8/layout/radial6"/>
    <dgm:cxn modelId="{7975B78E-965E-4D19-B1C0-2BE9593C0A90}" type="presParOf" srcId="{6D764E50-344F-48B3-BE02-088D4176E6A6}" destId="{FD7AD192-59A4-4090-8AEA-D54993E6B7B1}" srcOrd="10" destOrd="0" presId="urn:microsoft.com/office/officeart/2005/8/layout/radial6"/>
    <dgm:cxn modelId="{F3449801-742C-4B1B-915B-852BD0AFF2B7}" type="presParOf" srcId="{6D764E50-344F-48B3-BE02-088D4176E6A6}" destId="{A2351ADC-3C02-4FA6-9380-7AA32A235736}" srcOrd="11" destOrd="0" presId="urn:microsoft.com/office/officeart/2005/8/layout/radial6"/>
    <dgm:cxn modelId="{3F9C7476-9839-4850-B206-EC9050E6F3C3}" type="presParOf" srcId="{6D764E50-344F-48B3-BE02-088D4176E6A6}" destId="{FA61FD14-303A-4FF6-A8D4-2C0D6EC2BA3A}" srcOrd="12" destOrd="0" presId="urn:microsoft.com/office/officeart/2005/8/layout/radial6"/>
    <dgm:cxn modelId="{5DBD43A1-ED0F-4168-B67E-6E1E4F511780}" type="presParOf" srcId="{6D764E50-344F-48B3-BE02-088D4176E6A6}" destId="{B18AA8C4-E209-4E0B-B3A8-EC7E199EF9FE}" srcOrd="13" destOrd="0" presId="urn:microsoft.com/office/officeart/2005/8/layout/radial6"/>
    <dgm:cxn modelId="{9DEA32A8-8C3F-4BA6-84ED-025E60F7EF48}" type="presParOf" srcId="{6D764E50-344F-48B3-BE02-088D4176E6A6}" destId="{2A18373D-C19F-4480-894F-E95FF05A47B3}" srcOrd="14" destOrd="0" presId="urn:microsoft.com/office/officeart/2005/8/layout/radial6"/>
    <dgm:cxn modelId="{BEFDA81E-F51F-4797-972B-98C17836979B}" type="presParOf" srcId="{6D764E50-344F-48B3-BE02-088D4176E6A6}" destId="{D9311ED2-2BB9-4C2E-A0AE-07A7CACC744C}" srcOrd="15" destOrd="0" presId="urn:microsoft.com/office/officeart/2005/8/layout/radial6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DE5A2AD-3992-48AB-B8CD-79B0C55E06E8}" type="doc">
      <dgm:prSet loTypeId="urn:microsoft.com/office/officeart/2005/8/layout/orgChart1" loCatId="hierarchy" qsTypeId="urn:microsoft.com/office/officeart/2005/8/quickstyle/simple1#1" qsCatId="simple" csTypeId="urn:microsoft.com/office/officeart/2005/8/colors/accent5_5#1" csCatId="accent5" phldr="1"/>
      <dgm:spPr/>
      <dgm:t>
        <a:bodyPr/>
        <a:lstStyle/>
        <a:p>
          <a:endParaRPr lang="zh-CN" altLang="en-US"/>
        </a:p>
      </dgm:t>
    </dgm:pt>
    <dgm:pt modelId="{C4158D13-0C11-4A83-90FB-61A59C599CCB}">
      <dgm:prSet phldrT="[文本]"/>
      <dgm:spPr>
        <a:xfrm>
          <a:off x="1117429" y="254236"/>
          <a:ext cx="722655" cy="361327"/>
        </a:xfrm>
        <a:prstGeom prst="rect">
          <a:avLst/>
        </a:prstGeom>
        <a:solidFill>
          <a:srgbClr val="4472C4">
            <a:lumMod val="7500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endParaRPr lang="zh-CN" altLang="en-US" b="1">
            <a:solidFill>
              <a:sysClr val="window" lastClr="FFFFFF"/>
            </a:solidFill>
            <a:latin typeface="微软雅黑" charset="-122"/>
            <a:ea typeface="微软雅黑" charset="-122"/>
            <a:cs typeface="+mn-cs"/>
            <a:sym typeface="微软雅黑" charset="-122"/>
          </a:endParaRPr>
        </a:p>
      </dgm:t>
    </dgm:pt>
    <dgm:pt modelId="{93FF9242-B91B-4699-ADAD-E75DCC092FA0}" cxnId="{AF98E9E0-E6F6-46EE-A8F3-C35D0BED55AB}" type="parTrans">
      <dgm:prSet/>
      <dgm:spPr/>
      <dgm:t>
        <a:bodyPr/>
        <a:lstStyle/>
        <a:p>
          <a:endParaRPr lang="zh-CN" altLang="en-US" b="1"/>
        </a:p>
      </dgm:t>
    </dgm:pt>
    <dgm:pt modelId="{D41B85A2-978F-4D01-8E16-AF96E2354D85}" cxnId="{AF98E9E0-E6F6-46EE-A8F3-C35D0BED55AB}" type="sibTrans">
      <dgm:prSet/>
      <dgm:spPr/>
      <dgm:t>
        <a:bodyPr/>
        <a:lstStyle/>
        <a:p>
          <a:endParaRPr lang="zh-CN" altLang="en-US" b="1"/>
        </a:p>
      </dgm:t>
    </dgm:pt>
    <dgm:pt modelId="{C7670DDD-DEAC-450D-A297-45BD2B404CEC}">
      <dgm:prSet phldrT="[文本]"/>
      <dgm:spPr>
        <a:xfrm>
          <a:off x="1292" y="1009045"/>
          <a:ext cx="722655" cy="361327"/>
        </a:xfrm>
        <a:prstGeom prst="rect">
          <a:avLst/>
        </a:prstGeom>
        <a:solidFill>
          <a:srgbClr val="70AD47">
            <a:lumMod val="7500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zh-CN" altLang="en-US" b="1">
              <a:solidFill>
                <a:sysClr val="window" lastClr="FFFFFF"/>
              </a:solidFill>
              <a:latin typeface="微软雅黑" charset="-122"/>
              <a:ea typeface="微软雅黑" charset="-122"/>
              <a:cs typeface="+mn-cs"/>
              <a:sym typeface="微软雅黑" charset="-122"/>
            </a:rPr>
            <a:t>方法</a:t>
          </a:r>
        </a:p>
      </dgm:t>
    </dgm:pt>
    <dgm:pt modelId="{3FCA9BD6-5211-4BFB-8F48-95D37E3E6EE1}" cxnId="{8FF77C16-3D05-44A0-ADDE-FB2E1C3F149B}" type="parTrans">
      <dgm:prSet/>
      <dgm:spPr>
        <a:xfrm>
          <a:off x="362620" y="615564"/>
          <a:ext cx="1116136" cy="393480"/>
        </a:xfrm>
        <a:custGeom>
          <a:avLst/>
          <a:gdLst/>
          <a:ahLst/>
          <a:cxnLst/>
          <a:rect l="0" t="0" r="0" b="0"/>
          <a:pathLst>
            <a:path>
              <a:moveTo>
                <a:pt x="1116136" y="0"/>
              </a:moveTo>
              <a:lnTo>
                <a:pt x="1116136" y="196740"/>
              </a:lnTo>
              <a:lnTo>
                <a:pt x="0" y="196740"/>
              </a:lnTo>
              <a:lnTo>
                <a:pt x="0" y="393480"/>
              </a:lnTo>
            </a:path>
          </a:pathLst>
        </a:custGeom>
        <a:noFill/>
        <a:ln w="12700" cap="flat" cmpd="sng" algn="ctr">
          <a:solidFill>
            <a:srgbClr val="5B9BD5">
              <a:tint val="9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endParaRPr lang="zh-CN" altLang="en-US" b="1"/>
        </a:p>
      </dgm:t>
    </dgm:pt>
    <dgm:pt modelId="{1E894065-BC7B-4913-B2B4-272106B0DEF5}" cxnId="{8FF77C16-3D05-44A0-ADDE-FB2E1C3F149B}" type="sibTrans">
      <dgm:prSet/>
      <dgm:spPr/>
      <dgm:t>
        <a:bodyPr/>
        <a:lstStyle/>
        <a:p>
          <a:endParaRPr lang="zh-CN" altLang="en-US" b="1"/>
        </a:p>
      </dgm:t>
    </dgm:pt>
    <dgm:pt modelId="{B6D12401-9F8E-4C70-880D-8A8E9078DE73}">
      <dgm:prSet phldrT="[文本]"/>
      <dgm:spPr>
        <a:xfrm>
          <a:off x="1117429" y="1009045"/>
          <a:ext cx="722655" cy="361327"/>
        </a:xfrm>
        <a:prstGeom prst="rect">
          <a:avLst/>
        </a:prstGeom>
        <a:solidFill>
          <a:srgbClr val="ED7D31"/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zh-CN" altLang="en-US" b="1">
              <a:solidFill>
                <a:sysClr val="window" lastClr="FFFFFF"/>
              </a:solidFill>
              <a:latin typeface="微软雅黑" charset="-122"/>
              <a:ea typeface="微软雅黑" charset="-122"/>
              <a:cs typeface="+mn-cs"/>
              <a:sym typeface="微软雅黑" charset="-122"/>
            </a:rPr>
            <a:t>前驱体</a:t>
          </a:r>
        </a:p>
      </dgm:t>
    </dgm:pt>
    <dgm:pt modelId="{94C88BC3-2F4F-4057-8CAA-3B612470B3BE}" cxnId="{A5687AB9-338A-4674-B823-B83EE5B5C780}" type="parTrans">
      <dgm:prSet/>
      <dgm:spPr>
        <a:xfrm>
          <a:off x="1433036" y="615564"/>
          <a:ext cx="91440" cy="39348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93480"/>
              </a:lnTo>
            </a:path>
          </a:pathLst>
        </a:custGeom>
        <a:noFill/>
        <a:ln w="12700" cap="flat" cmpd="sng" algn="ctr">
          <a:solidFill>
            <a:srgbClr val="5B9BD5">
              <a:tint val="9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endParaRPr lang="zh-CN" altLang="en-US" b="1"/>
        </a:p>
      </dgm:t>
    </dgm:pt>
    <dgm:pt modelId="{7A9229C0-62F0-4FBA-82C8-2DC135D02301}" cxnId="{A5687AB9-338A-4674-B823-B83EE5B5C780}" type="sibTrans">
      <dgm:prSet/>
      <dgm:spPr/>
      <dgm:t>
        <a:bodyPr/>
        <a:lstStyle/>
        <a:p>
          <a:endParaRPr lang="zh-CN" altLang="en-US" b="1"/>
        </a:p>
      </dgm:t>
    </dgm:pt>
    <dgm:pt modelId="{7AC72136-165C-474A-A879-2FF20251C153}">
      <dgm:prSet phldrT="[文本]"/>
      <dgm:spPr>
        <a:xfrm>
          <a:off x="2233565" y="1009045"/>
          <a:ext cx="722655" cy="361327"/>
        </a:xfrm>
        <a:prstGeom prst="rect">
          <a:avLst/>
        </a:prstGeom>
        <a:solidFill>
          <a:srgbClr val="4472C4">
            <a:lumMod val="7500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zh-CN" altLang="en-US" b="1">
              <a:solidFill>
                <a:sysClr val="window" lastClr="FFFFFF"/>
              </a:solidFill>
              <a:latin typeface="微软雅黑" charset="-122"/>
              <a:ea typeface="微软雅黑" charset="-122"/>
              <a:cs typeface="+mn-cs"/>
              <a:sym typeface="微软雅黑" charset="-122"/>
            </a:rPr>
            <a:t>条件</a:t>
          </a:r>
        </a:p>
      </dgm:t>
    </dgm:pt>
    <dgm:pt modelId="{8E8ACFE6-C547-4AFD-8639-0B69B3A1A2E1}" cxnId="{63D6E06A-9211-4D39-AA0A-6933F3E7DA19}" type="parTrans">
      <dgm:prSet/>
      <dgm:spPr>
        <a:xfrm>
          <a:off x="1478757" y="615564"/>
          <a:ext cx="1116136" cy="39348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6740"/>
              </a:lnTo>
              <a:lnTo>
                <a:pt x="1116136" y="196740"/>
              </a:lnTo>
              <a:lnTo>
                <a:pt x="1116136" y="393480"/>
              </a:lnTo>
            </a:path>
          </a:pathLst>
        </a:custGeom>
        <a:noFill/>
        <a:ln w="12700" cap="flat" cmpd="sng" algn="ctr">
          <a:solidFill>
            <a:srgbClr val="5B9BD5">
              <a:tint val="9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/>
        <a:lstStyle/>
        <a:p>
          <a:endParaRPr lang="zh-CN" altLang="en-US" b="1"/>
        </a:p>
      </dgm:t>
    </dgm:pt>
    <dgm:pt modelId="{C450E1BE-B986-4606-A83E-A78EAE9834DF}" cxnId="{63D6E06A-9211-4D39-AA0A-6933F3E7DA19}" type="sibTrans">
      <dgm:prSet/>
      <dgm:spPr/>
      <dgm:t>
        <a:bodyPr/>
        <a:lstStyle/>
        <a:p>
          <a:endParaRPr lang="zh-CN" altLang="en-US" b="1"/>
        </a:p>
      </dgm:t>
    </dgm:pt>
    <dgm:pt modelId="{7092E82D-4138-4AD7-ACFC-A6F1F382FA3B}" type="pres">
      <dgm:prSet presAssocID="{8DE5A2AD-3992-48AB-B8CD-79B0C55E06E8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940D13CE-4BA9-42F3-935D-C703745379E8}" type="pres">
      <dgm:prSet presAssocID="{C4158D13-0C11-4A83-90FB-61A59C599CCB}" presName="hierRoot1" presStyleCnt="0">
        <dgm:presLayoutVars>
          <dgm:hierBranch val="init"/>
        </dgm:presLayoutVars>
      </dgm:prSet>
      <dgm:spPr/>
    </dgm:pt>
    <dgm:pt modelId="{7FB1BCD9-99D0-4DE2-A813-9F2399F19B4B}" type="pres">
      <dgm:prSet presAssocID="{C4158D13-0C11-4A83-90FB-61A59C599CCB}" presName="rootComposite1" presStyleCnt="0"/>
      <dgm:spPr/>
    </dgm:pt>
    <dgm:pt modelId="{9F6375F4-D4E9-4B1B-ADCB-8FD5F40CCC11}" type="pres">
      <dgm:prSet presAssocID="{C4158D13-0C11-4A83-90FB-61A59C599CCB}" presName="rootText1" presStyleLbl="node0" presStyleIdx="0" presStyleCnt="1" custScaleX="38568" custScaleY="38568">
        <dgm:presLayoutVars>
          <dgm:chPref val="3"/>
        </dgm:presLayoutVars>
      </dgm:prSet>
      <dgm:spPr/>
    </dgm:pt>
    <dgm:pt modelId="{D4229948-BAB1-47CE-925D-5FB1D569B8ED}" type="pres">
      <dgm:prSet presAssocID="{C4158D13-0C11-4A83-90FB-61A59C599CCB}" presName="rootConnector1" presStyleLbl="node1" presStyleIdx="0" presStyleCnt="0"/>
      <dgm:spPr/>
    </dgm:pt>
    <dgm:pt modelId="{3EF8998F-988D-4A87-A090-7B37DC146768}" type="pres">
      <dgm:prSet presAssocID="{C4158D13-0C11-4A83-90FB-61A59C599CCB}" presName="hierChild2" presStyleCnt="0"/>
      <dgm:spPr/>
    </dgm:pt>
    <dgm:pt modelId="{6D6E4C30-720D-43EA-AA73-C98D8D30BA39}" type="pres">
      <dgm:prSet presAssocID="{3FCA9BD6-5211-4BFB-8F48-95D37E3E6EE1}" presName="Name37" presStyleLbl="parChTrans1D2" presStyleIdx="0" presStyleCnt="3"/>
      <dgm:spPr/>
    </dgm:pt>
    <dgm:pt modelId="{291EB666-37D4-4430-AAC4-3BAF4912BB84}" type="pres">
      <dgm:prSet presAssocID="{C7670DDD-DEAC-450D-A297-45BD2B404CEC}" presName="hierRoot2" presStyleCnt="0">
        <dgm:presLayoutVars>
          <dgm:hierBranch val="init"/>
        </dgm:presLayoutVars>
      </dgm:prSet>
      <dgm:spPr/>
    </dgm:pt>
    <dgm:pt modelId="{FC30E15A-069D-48BF-9844-F5C09914AFEB}" type="pres">
      <dgm:prSet presAssocID="{C7670DDD-DEAC-450D-A297-45BD2B404CEC}" presName="rootComposite" presStyleCnt="0"/>
      <dgm:spPr/>
    </dgm:pt>
    <dgm:pt modelId="{6CE55009-9936-43CD-8644-2B3A7ED04F3D}" type="pres">
      <dgm:prSet presAssocID="{C7670DDD-DEAC-450D-A297-45BD2B404CEC}" presName="rootText" presStyleLbl="node2" presStyleIdx="0" presStyleCnt="3" custScaleX="38568" custScaleY="38568">
        <dgm:presLayoutVars>
          <dgm:chPref val="3"/>
        </dgm:presLayoutVars>
      </dgm:prSet>
      <dgm:spPr/>
    </dgm:pt>
    <dgm:pt modelId="{EB2F30B5-4AA9-4D55-AEDD-8357CD5E8ADC}" type="pres">
      <dgm:prSet presAssocID="{C7670DDD-DEAC-450D-A297-45BD2B404CEC}" presName="rootConnector" presStyleLbl="node2" presStyleIdx="0" presStyleCnt="3"/>
      <dgm:spPr/>
    </dgm:pt>
    <dgm:pt modelId="{3354DCCB-9179-4D02-AC20-E1A147AA995A}" type="pres">
      <dgm:prSet presAssocID="{C7670DDD-DEAC-450D-A297-45BD2B404CEC}" presName="hierChild4" presStyleCnt="0"/>
      <dgm:spPr/>
    </dgm:pt>
    <dgm:pt modelId="{86E79E09-999C-4289-BB79-5D4C5CE4DC7F}" type="pres">
      <dgm:prSet presAssocID="{C7670DDD-DEAC-450D-A297-45BD2B404CEC}" presName="hierChild5" presStyleCnt="0"/>
      <dgm:spPr/>
    </dgm:pt>
    <dgm:pt modelId="{A9B53E4F-7F21-4E3C-8CB5-D3A7AF1422CF}" type="pres">
      <dgm:prSet presAssocID="{94C88BC3-2F4F-4057-8CAA-3B612470B3BE}" presName="Name37" presStyleLbl="parChTrans1D2" presStyleIdx="1" presStyleCnt="3"/>
      <dgm:spPr/>
    </dgm:pt>
    <dgm:pt modelId="{4E564D65-4D6D-4A44-AF03-0566A08C162C}" type="pres">
      <dgm:prSet presAssocID="{B6D12401-9F8E-4C70-880D-8A8E9078DE73}" presName="hierRoot2" presStyleCnt="0">
        <dgm:presLayoutVars>
          <dgm:hierBranch val="init"/>
        </dgm:presLayoutVars>
      </dgm:prSet>
      <dgm:spPr/>
    </dgm:pt>
    <dgm:pt modelId="{86BD3ECF-0AE3-40E2-85DA-9C350F066090}" type="pres">
      <dgm:prSet presAssocID="{B6D12401-9F8E-4C70-880D-8A8E9078DE73}" presName="rootComposite" presStyleCnt="0"/>
      <dgm:spPr/>
    </dgm:pt>
    <dgm:pt modelId="{8BAAEF68-D432-4DDB-B78E-F9798C8D159E}" type="pres">
      <dgm:prSet presAssocID="{B6D12401-9F8E-4C70-880D-8A8E9078DE73}" presName="rootText" presStyleLbl="node2" presStyleIdx="1" presStyleCnt="3" custScaleX="38568" custScaleY="38568">
        <dgm:presLayoutVars>
          <dgm:chPref val="3"/>
        </dgm:presLayoutVars>
      </dgm:prSet>
      <dgm:spPr/>
    </dgm:pt>
    <dgm:pt modelId="{91C716E6-9274-4B32-9CAB-289E04587122}" type="pres">
      <dgm:prSet presAssocID="{B6D12401-9F8E-4C70-880D-8A8E9078DE73}" presName="rootConnector" presStyleLbl="node2" presStyleIdx="1" presStyleCnt="3"/>
      <dgm:spPr/>
    </dgm:pt>
    <dgm:pt modelId="{EB29EAAE-8D65-4455-8A47-4FA7144A7766}" type="pres">
      <dgm:prSet presAssocID="{B6D12401-9F8E-4C70-880D-8A8E9078DE73}" presName="hierChild4" presStyleCnt="0"/>
      <dgm:spPr/>
    </dgm:pt>
    <dgm:pt modelId="{613C8A4B-F748-4143-B23F-0EF284A80B83}" type="pres">
      <dgm:prSet presAssocID="{B6D12401-9F8E-4C70-880D-8A8E9078DE73}" presName="hierChild5" presStyleCnt="0"/>
      <dgm:spPr/>
    </dgm:pt>
    <dgm:pt modelId="{05768664-E46B-41CE-9933-B5326E85F65F}" type="pres">
      <dgm:prSet presAssocID="{8E8ACFE6-C547-4AFD-8639-0B69B3A1A2E1}" presName="Name37" presStyleLbl="parChTrans1D2" presStyleIdx="2" presStyleCnt="3"/>
      <dgm:spPr/>
    </dgm:pt>
    <dgm:pt modelId="{3408D838-71C1-46B0-890C-4496A73F1D72}" type="pres">
      <dgm:prSet presAssocID="{7AC72136-165C-474A-A879-2FF20251C153}" presName="hierRoot2" presStyleCnt="0">
        <dgm:presLayoutVars>
          <dgm:hierBranch val="init"/>
        </dgm:presLayoutVars>
      </dgm:prSet>
      <dgm:spPr/>
    </dgm:pt>
    <dgm:pt modelId="{6C21AD0F-B79D-4089-94C7-2B678A47BF85}" type="pres">
      <dgm:prSet presAssocID="{7AC72136-165C-474A-A879-2FF20251C153}" presName="rootComposite" presStyleCnt="0"/>
      <dgm:spPr/>
    </dgm:pt>
    <dgm:pt modelId="{FBDC664F-E50E-4BB3-ACE7-CD7F864C3004}" type="pres">
      <dgm:prSet presAssocID="{7AC72136-165C-474A-A879-2FF20251C153}" presName="rootText" presStyleLbl="node2" presStyleIdx="2" presStyleCnt="3" custScaleX="38568" custScaleY="38568">
        <dgm:presLayoutVars>
          <dgm:chPref val="3"/>
        </dgm:presLayoutVars>
      </dgm:prSet>
      <dgm:spPr/>
    </dgm:pt>
    <dgm:pt modelId="{BBCB8C5B-9EFE-45CE-B157-9370358CE213}" type="pres">
      <dgm:prSet presAssocID="{7AC72136-165C-474A-A879-2FF20251C153}" presName="rootConnector" presStyleLbl="node2" presStyleIdx="2" presStyleCnt="3"/>
      <dgm:spPr/>
    </dgm:pt>
    <dgm:pt modelId="{F407B7A1-A9FC-433A-A6CB-4E5718AFC300}" type="pres">
      <dgm:prSet presAssocID="{7AC72136-165C-474A-A879-2FF20251C153}" presName="hierChild4" presStyleCnt="0"/>
      <dgm:spPr/>
    </dgm:pt>
    <dgm:pt modelId="{B9EDD6E4-BAF7-4189-9DC7-19A73FDE4CBF}" type="pres">
      <dgm:prSet presAssocID="{7AC72136-165C-474A-A879-2FF20251C153}" presName="hierChild5" presStyleCnt="0"/>
      <dgm:spPr/>
    </dgm:pt>
    <dgm:pt modelId="{294A8E1B-C495-4305-97BE-18AD03BC7BCB}" type="pres">
      <dgm:prSet presAssocID="{C4158D13-0C11-4A83-90FB-61A59C599CCB}" presName="hierChild3" presStyleCnt="0"/>
      <dgm:spPr/>
    </dgm:pt>
  </dgm:ptLst>
  <dgm:cxnLst>
    <dgm:cxn modelId="{8FF77C16-3D05-44A0-ADDE-FB2E1C3F149B}" srcId="{C4158D13-0C11-4A83-90FB-61A59C599CCB}" destId="{C7670DDD-DEAC-450D-A297-45BD2B404CEC}" srcOrd="0" destOrd="0" parTransId="{3FCA9BD6-5211-4BFB-8F48-95D37E3E6EE1}" sibTransId="{1E894065-BC7B-4913-B2B4-272106B0DEF5}"/>
    <dgm:cxn modelId="{F2241B1A-EA51-4D7D-97B9-92EA1C8DFD33}" type="presOf" srcId="{C7670DDD-DEAC-450D-A297-45BD2B404CEC}" destId="{EB2F30B5-4AA9-4D55-AEDD-8357CD5E8ADC}" srcOrd="1" destOrd="0" presId="urn:microsoft.com/office/officeart/2005/8/layout/orgChart1"/>
    <dgm:cxn modelId="{44887B23-6E2F-4896-B0ED-6540A955157B}" type="presOf" srcId="{8DE5A2AD-3992-48AB-B8CD-79B0C55E06E8}" destId="{7092E82D-4138-4AD7-ACFC-A6F1F382FA3B}" srcOrd="0" destOrd="0" presId="urn:microsoft.com/office/officeart/2005/8/layout/orgChart1"/>
    <dgm:cxn modelId="{30194930-A7AB-4B5C-B8A5-A6094EBD026B}" type="presOf" srcId="{94C88BC3-2F4F-4057-8CAA-3B612470B3BE}" destId="{A9B53E4F-7F21-4E3C-8CB5-D3A7AF1422CF}" srcOrd="0" destOrd="0" presId="urn:microsoft.com/office/officeart/2005/8/layout/orgChart1"/>
    <dgm:cxn modelId="{74223266-178E-4CCC-9498-3CCB6149DF12}" type="presOf" srcId="{C7670DDD-DEAC-450D-A297-45BD2B404CEC}" destId="{6CE55009-9936-43CD-8644-2B3A7ED04F3D}" srcOrd="0" destOrd="0" presId="urn:microsoft.com/office/officeart/2005/8/layout/orgChart1"/>
    <dgm:cxn modelId="{88C76648-B1A6-4859-B59A-F9BB0E5F7D54}" type="presOf" srcId="{B6D12401-9F8E-4C70-880D-8A8E9078DE73}" destId="{91C716E6-9274-4B32-9CAB-289E04587122}" srcOrd="1" destOrd="0" presId="urn:microsoft.com/office/officeart/2005/8/layout/orgChart1"/>
    <dgm:cxn modelId="{63D6E06A-9211-4D39-AA0A-6933F3E7DA19}" srcId="{C4158D13-0C11-4A83-90FB-61A59C599CCB}" destId="{7AC72136-165C-474A-A879-2FF20251C153}" srcOrd="2" destOrd="0" parTransId="{8E8ACFE6-C547-4AFD-8639-0B69B3A1A2E1}" sibTransId="{C450E1BE-B986-4606-A83E-A78EAE9834DF}"/>
    <dgm:cxn modelId="{7E749173-2F60-4881-AA1E-9FED60A49106}" type="presOf" srcId="{C4158D13-0C11-4A83-90FB-61A59C599CCB}" destId="{9F6375F4-D4E9-4B1B-ADCB-8FD5F40CCC11}" srcOrd="0" destOrd="0" presId="urn:microsoft.com/office/officeart/2005/8/layout/orgChart1"/>
    <dgm:cxn modelId="{02905557-B416-46FA-B7C1-383E6A29EB32}" type="presOf" srcId="{7AC72136-165C-474A-A879-2FF20251C153}" destId="{FBDC664F-E50E-4BB3-ACE7-CD7F864C3004}" srcOrd="0" destOrd="0" presId="urn:microsoft.com/office/officeart/2005/8/layout/orgChart1"/>
    <dgm:cxn modelId="{0DD44BA1-50A6-49F9-B0FF-DAD7DE025A3D}" type="presOf" srcId="{B6D12401-9F8E-4C70-880D-8A8E9078DE73}" destId="{8BAAEF68-D432-4DDB-B78E-F9798C8D159E}" srcOrd="0" destOrd="0" presId="urn:microsoft.com/office/officeart/2005/8/layout/orgChart1"/>
    <dgm:cxn modelId="{A5687AB9-338A-4674-B823-B83EE5B5C780}" srcId="{C4158D13-0C11-4A83-90FB-61A59C599CCB}" destId="{B6D12401-9F8E-4C70-880D-8A8E9078DE73}" srcOrd="1" destOrd="0" parTransId="{94C88BC3-2F4F-4057-8CAA-3B612470B3BE}" sibTransId="{7A9229C0-62F0-4FBA-82C8-2DC135D02301}"/>
    <dgm:cxn modelId="{189BC4BF-002D-44F8-A6AC-3F5122C1A490}" type="presOf" srcId="{C4158D13-0C11-4A83-90FB-61A59C599CCB}" destId="{D4229948-BAB1-47CE-925D-5FB1D569B8ED}" srcOrd="1" destOrd="0" presId="urn:microsoft.com/office/officeart/2005/8/layout/orgChart1"/>
    <dgm:cxn modelId="{70161CC8-2996-4CF3-BD69-A2A4F630C33E}" type="presOf" srcId="{3FCA9BD6-5211-4BFB-8F48-95D37E3E6EE1}" destId="{6D6E4C30-720D-43EA-AA73-C98D8D30BA39}" srcOrd="0" destOrd="0" presId="urn:microsoft.com/office/officeart/2005/8/layout/orgChart1"/>
    <dgm:cxn modelId="{1F0C7BCC-9644-4345-B469-866F0D8D27D0}" type="presOf" srcId="{7AC72136-165C-474A-A879-2FF20251C153}" destId="{BBCB8C5B-9EFE-45CE-B157-9370358CE213}" srcOrd="1" destOrd="0" presId="urn:microsoft.com/office/officeart/2005/8/layout/orgChart1"/>
    <dgm:cxn modelId="{AF98E9E0-E6F6-46EE-A8F3-C35D0BED55AB}" srcId="{8DE5A2AD-3992-48AB-B8CD-79B0C55E06E8}" destId="{C4158D13-0C11-4A83-90FB-61A59C599CCB}" srcOrd="0" destOrd="0" parTransId="{93FF9242-B91B-4699-ADAD-E75DCC092FA0}" sibTransId="{D41B85A2-978F-4D01-8E16-AF96E2354D85}"/>
    <dgm:cxn modelId="{4D5020F0-D210-43B2-923D-16222EC3462B}" type="presOf" srcId="{8E8ACFE6-C547-4AFD-8639-0B69B3A1A2E1}" destId="{05768664-E46B-41CE-9933-B5326E85F65F}" srcOrd="0" destOrd="0" presId="urn:microsoft.com/office/officeart/2005/8/layout/orgChart1"/>
    <dgm:cxn modelId="{1FA16179-055F-4703-8342-BCB7477B4527}" type="presParOf" srcId="{7092E82D-4138-4AD7-ACFC-A6F1F382FA3B}" destId="{940D13CE-4BA9-42F3-935D-C703745379E8}" srcOrd="0" destOrd="0" presId="urn:microsoft.com/office/officeart/2005/8/layout/orgChart1"/>
    <dgm:cxn modelId="{C115278E-B8D4-4349-B8AE-F5DD2239E324}" type="presParOf" srcId="{940D13CE-4BA9-42F3-935D-C703745379E8}" destId="{7FB1BCD9-99D0-4DE2-A813-9F2399F19B4B}" srcOrd="0" destOrd="0" presId="urn:microsoft.com/office/officeart/2005/8/layout/orgChart1"/>
    <dgm:cxn modelId="{2B24543D-CDD5-42E9-92DF-8CEE6136026A}" type="presParOf" srcId="{7FB1BCD9-99D0-4DE2-A813-9F2399F19B4B}" destId="{9F6375F4-D4E9-4B1B-ADCB-8FD5F40CCC11}" srcOrd="0" destOrd="0" presId="urn:microsoft.com/office/officeart/2005/8/layout/orgChart1"/>
    <dgm:cxn modelId="{DFBBF9CA-491B-4BB4-A598-78AAFB4C6F6E}" type="presParOf" srcId="{7FB1BCD9-99D0-4DE2-A813-9F2399F19B4B}" destId="{D4229948-BAB1-47CE-925D-5FB1D569B8ED}" srcOrd="1" destOrd="0" presId="urn:microsoft.com/office/officeart/2005/8/layout/orgChart1"/>
    <dgm:cxn modelId="{6EAACDE0-2EB2-44F1-A2D4-03C2017E9967}" type="presParOf" srcId="{940D13CE-4BA9-42F3-935D-C703745379E8}" destId="{3EF8998F-988D-4A87-A090-7B37DC146768}" srcOrd="1" destOrd="0" presId="urn:microsoft.com/office/officeart/2005/8/layout/orgChart1"/>
    <dgm:cxn modelId="{7268DE67-7465-4CFC-82EE-B6C2181D07D0}" type="presParOf" srcId="{3EF8998F-988D-4A87-A090-7B37DC146768}" destId="{6D6E4C30-720D-43EA-AA73-C98D8D30BA39}" srcOrd="0" destOrd="0" presId="urn:microsoft.com/office/officeart/2005/8/layout/orgChart1"/>
    <dgm:cxn modelId="{DF8F3014-D4E2-4F15-BDF7-DB96F9E78F70}" type="presParOf" srcId="{3EF8998F-988D-4A87-A090-7B37DC146768}" destId="{291EB666-37D4-4430-AAC4-3BAF4912BB84}" srcOrd="1" destOrd="0" presId="urn:microsoft.com/office/officeart/2005/8/layout/orgChart1"/>
    <dgm:cxn modelId="{EF38484E-63E1-4F1E-AE77-AEBA13DB6BD0}" type="presParOf" srcId="{291EB666-37D4-4430-AAC4-3BAF4912BB84}" destId="{FC30E15A-069D-48BF-9844-F5C09914AFEB}" srcOrd="0" destOrd="0" presId="urn:microsoft.com/office/officeart/2005/8/layout/orgChart1"/>
    <dgm:cxn modelId="{661EE2B3-450E-464E-BB87-80828813FE86}" type="presParOf" srcId="{FC30E15A-069D-48BF-9844-F5C09914AFEB}" destId="{6CE55009-9936-43CD-8644-2B3A7ED04F3D}" srcOrd="0" destOrd="0" presId="urn:microsoft.com/office/officeart/2005/8/layout/orgChart1"/>
    <dgm:cxn modelId="{1B640450-3DAF-4035-B8C2-328F329FE09D}" type="presParOf" srcId="{FC30E15A-069D-48BF-9844-F5C09914AFEB}" destId="{EB2F30B5-4AA9-4D55-AEDD-8357CD5E8ADC}" srcOrd="1" destOrd="0" presId="urn:microsoft.com/office/officeart/2005/8/layout/orgChart1"/>
    <dgm:cxn modelId="{9D01700F-025B-4623-95D4-E6324E906790}" type="presParOf" srcId="{291EB666-37D4-4430-AAC4-3BAF4912BB84}" destId="{3354DCCB-9179-4D02-AC20-E1A147AA995A}" srcOrd="1" destOrd="0" presId="urn:microsoft.com/office/officeart/2005/8/layout/orgChart1"/>
    <dgm:cxn modelId="{A6DBE17E-CCF9-4F18-AC12-9AE3607C0A7D}" type="presParOf" srcId="{291EB666-37D4-4430-AAC4-3BAF4912BB84}" destId="{86E79E09-999C-4289-BB79-5D4C5CE4DC7F}" srcOrd="2" destOrd="0" presId="urn:microsoft.com/office/officeart/2005/8/layout/orgChart1"/>
    <dgm:cxn modelId="{FFD7A226-4CB1-4F3A-9AF5-B9C893D575BD}" type="presParOf" srcId="{3EF8998F-988D-4A87-A090-7B37DC146768}" destId="{A9B53E4F-7F21-4E3C-8CB5-D3A7AF1422CF}" srcOrd="2" destOrd="0" presId="urn:microsoft.com/office/officeart/2005/8/layout/orgChart1"/>
    <dgm:cxn modelId="{ECC13AA1-5A6D-4C0B-9F9A-C1A499C73B61}" type="presParOf" srcId="{3EF8998F-988D-4A87-A090-7B37DC146768}" destId="{4E564D65-4D6D-4A44-AF03-0566A08C162C}" srcOrd="3" destOrd="0" presId="urn:microsoft.com/office/officeart/2005/8/layout/orgChart1"/>
    <dgm:cxn modelId="{ECBDED50-2E01-4E18-AF2A-A743C845D6AE}" type="presParOf" srcId="{4E564D65-4D6D-4A44-AF03-0566A08C162C}" destId="{86BD3ECF-0AE3-40E2-85DA-9C350F066090}" srcOrd="0" destOrd="0" presId="urn:microsoft.com/office/officeart/2005/8/layout/orgChart1"/>
    <dgm:cxn modelId="{70B5ECD1-DE5F-496A-962E-749D21A587C0}" type="presParOf" srcId="{86BD3ECF-0AE3-40E2-85DA-9C350F066090}" destId="{8BAAEF68-D432-4DDB-B78E-F9798C8D159E}" srcOrd="0" destOrd="0" presId="urn:microsoft.com/office/officeart/2005/8/layout/orgChart1"/>
    <dgm:cxn modelId="{D81B0DCF-3330-42A4-82AF-5796453938DC}" type="presParOf" srcId="{86BD3ECF-0AE3-40E2-85DA-9C350F066090}" destId="{91C716E6-9274-4B32-9CAB-289E04587122}" srcOrd="1" destOrd="0" presId="urn:microsoft.com/office/officeart/2005/8/layout/orgChart1"/>
    <dgm:cxn modelId="{94DC9157-BDEE-4DEF-9B6D-276AFD3E3A07}" type="presParOf" srcId="{4E564D65-4D6D-4A44-AF03-0566A08C162C}" destId="{EB29EAAE-8D65-4455-8A47-4FA7144A7766}" srcOrd="1" destOrd="0" presId="urn:microsoft.com/office/officeart/2005/8/layout/orgChart1"/>
    <dgm:cxn modelId="{D3F42AE2-30D4-4AD9-B7B3-1E6FD3661674}" type="presParOf" srcId="{4E564D65-4D6D-4A44-AF03-0566A08C162C}" destId="{613C8A4B-F748-4143-B23F-0EF284A80B83}" srcOrd="2" destOrd="0" presId="urn:microsoft.com/office/officeart/2005/8/layout/orgChart1"/>
    <dgm:cxn modelId="{3362C7BE-14EF-4377-9FDC-9446CCF76224}" type="presParOf" srcId="{3EF8998F-988D-4A87-A090-7B37DC146768}" destId="{05768664-E46B-41CE-9933-B5326E85F65F}" srcOrd="4" destOrd="0" presId="urn:microsoft.com/office/officeart/2005/8/layout/orgChart1"/>
    <dgm:cxn modelId="{BEF22115-8818-4B8C-A665-2B9AD88E5C1D}" type="presParOf" srcId="{3EF8998F-988D-4A87-A090-7B37DC146768}" destId="{3408D838-71C1-46B0-890C-4496A73F1D72}" srcOrd="5" destOrd="0" presId="urn:microsoft.com/office/officeart/2005/8/layout/orgChart1"/>
    <dgm:cxn modelId="{4EC65D58-D85E-4974-89A9-45EE316FED52}" type="presParOf" srcId="{3408D838-71C1-46B0-890C-4496A73F1D72}" destId="{6C21AD0F-B79D-4089-94C7-2B678A47BF85}" srcOrd="0" destOrd="0" presId="urn:microsoft.com/office/officeart/2005/8/layout/orgChart1"/>
    <dgm:cxn modelId="{A324A724-291C-4A11-93BA-B097ABFFD7AD}" type="presParOf" srcId="{6C21AD0F-B79D-4089-94C7-2B678A47BF85}" destId="{FBDC664F-E50E-4BB3-ACE7-CD7F864C3004}" srcOrd="0" destOrd="0" presId="urn:microsoft.com/office/officeart/2005/8/layout/orgChart1"/>
    <dgm:cxn modelId="{A50C4F8A-5752-4C87-BB0C-54534EB8C55B}" type="presParOf" srcId="{6C21AD0F-B79D-4089-94C7-2B678A47BF85}" destId="{BBCB8C5B-9EFE-45CE-B157-9370358CE213}" srcOrd="1" destOrd="0" presId="urn:microsoft.com/office/officeart/2005/8/layout/orgChart1"/>
    <dgm:cxn modelId="{7A64A22D-4DC8-4C03-BD38-661ED4DD80F9}" type="presParOf" srcId="{3408D838-71C1-46B0-890C-4496A73F1D72}" destId="{F407B7A1-A9FC-433A-A6CB-4E5718AFC300}" srcOrd="1" destOrd="0" presId="urn:microsoft.com/office/officeart/2005/8/layout/orgChart1"/>
    <dgm:cxn modelId="{0C1D5726-BB0C-4839-B460-3FB1665A0DBD}" type="presParOf" srcId="{3408D838-71C1-46B0-890C-4496A73F1D72}" destId="{B9EDD6E4-BAF7-4189-9DC7-19A73FDE4CBF}" srcOrd="2" destOrd="0" presId="urn:microsoft.com/office/officeart/2005/8/layout/orgChart1"/>
    <dgm:cxn modelId="{38BF9C5E-591C-4844-BCEA-005E1A171107}" type="presParOf" srcId="{940D13CE-4BA9-42F3-935D-C703745379E8}" destId="{294A8E1B-C495-4305-97BE-18AD03BC7BCB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2898933" cy="2217268"/>
        <a:chOff x="0" y="0"/>
        <a:chExt cx="2898933" cy="2217268"/>
      </a:xfrm>
    </dsp:grpSpPr>
    <dsp:sp modelId="{8FB69D5F-3EFA-47C7-BBCE-C3BDF115F68F}">
      <dsp:nvSpPr>
        <dsp:cNvPr id="3" name="矩形 2"/>
        <dsp:cNvSpPr/>
      </dsp:nvSpPr>
      <dsp:spPr bwMode="white">
        <a:xfrm>
          <a:off x="1723530" y="48348"/>
          <a:ext cx="786223" cy="786223"/>
        </a:xfrm>
        <a:prstGeom prst="rect">
          <a:avLst/>
        </a:prstGeom>
        <a:noFill/>
        <a:ln>
          <a:noFill/>
        </a:ln>
        <a:effectLst/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25400" tIns="25400" rIns="25400" bIns="2540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b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软雅黑" charset="-122"/>
              <a:ea typeface="微软雅黑" charset="-122"/>
              <a:cs typeface="Times New Roman" panose="02020503050405090304" pitchFamily="18" charset="0"/>
              <a:sym typeface="微软雅黑" charset="-122"/>
            </a:rPr>
            <a:t>设计</a:t>
          </a:r>
          <a:endParaRPr lang="zh-CN" altLang="en-US" sz="200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微软雅黑" charset="-122"/>
            <a:ea typeface="微软雅黑" charset="-122"/>
            <a:cs typeface="+mn-cs"/>
            <a:sym typeface="微软雅黑" charset="-122"/>
          </a:endParaRPr>
        </a:p>
      </dsp:txBody>
      <dsp:txXfrm>
        <a:off x="1723530" y="48348"/>
        <a:ext cx="786223" cy="786223"/>
      </dsp:txXfrm>
    </dsp:sp>
    <dsp:sp modelId="{6ADAF97D-EE33-4490-B1EE-3480CA91BB12}">
      <dsp:nvSpPr>
        <dsp:cNvPr id="4" name="环形箭头 3"/>
        <dsp:cNvSpPr/>
      </dsp:nvSpPr>
      <dsp:spPr bwMode="white">
        <a:xfrm>
          <a:off x="402151" y="61319"/>
          <a:ext cx="2094630" cy="2094630"/>
        </a:xfrm>
        <a:prstGeom prst="circularArrow">
          <a:avLst>
            <a:gd name="adj1" fmla="val 5000"/>
            <a:gd name="adj2" fmla="val 360000"/>
            <a:gd name="adj3" fmla="val 653153"/>
            <a:gd name="adj4" fmla="val 20586846"/>
            <a:gd name="adj5" fmla="val 5500"/>
          </a:avLst>
        </a:prstGeom>
        <a:solidFill>
          <a:srgbClr val="154A97"/>
        </a:solid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Xfrm>
        <a:off x="402151" y="61319"/>
        <a:ext cx="2094630" cy="2094630"/>
      </dsp:txXfrm>
    </dsp:sp>
    <dsp:sp modelId="{0D0A754F-AA22-4EC1-B24B-A8CC87BBD50A}">
      <dsp:nvSpPr>
        <dsp:cNvPr id="5" name="矩形 4"/>
        <dsp:cNvSpPr/>
      </dsp:nvSpPr>
      <dsp:spPr bwMode="white">
        <a:xfrm>
          <a:off x="1723530" y="1382697"/>
          <a:ext cx="786223" cy="786223"/>
        </a:xfrm>
        <a:prstGeom prst="rect">
          <a:avLst/>
        </a:prstGeom>
        <a:noFill/>
        <a:ln>
          <a:noFill/>
        </a:ln>
        <a:effectLst/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25400" tIns="25400" rIns="25400" bIns="2540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b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软雅黑" charset="-122"/>
              <a:ea typeface="微软雅黑" charset="-122"/>
              <a:cs typeface="Times New Roman" panose="02020503050405090304" pitchFamily="18" charset="0"/>
              <a:sym typeface="微软雅黑" charset="-122"/>
            </a:rPr>
            <a:t>合成</a:t>
          </a:r>
          <a:endParaRPr lang="zh-CN" altLang="en-US" sz="200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微软雅黑" charset="-122"/>
            <a:ea typeface="微软雅黑" charset="-122"/>
            <a:cs typeface="+mn-cs"/>
            <a:sym typeface="微软雅黑" charset="-122"/>
          </a:endParaRPr>
        </a:p>
      </dsp:txBody>
      <dsp:txXfrm>
        <a:off x="1723530" y="1382697"/>
        <a:ext cx="786223" cy="786223"/>
      </dsp:txXfrm>
    </dsp:sp>
    <dsp:sp modelId="{D4B87452-E832-4C53-A25A-94673CF7B240}">
      <dsp:nvSpPr>
        <dsp:cNvPr id="6" name="环形箭头 5"/>
        <dsp:cNvSpPr/>
      </dsp:nvSpPr>
      <dsp:spPr bwMode="white">
        <a:xfrm>
          <a:off x="402151" y="61319"/>
          <a:ext cx="2094630" cy="2094630"/>
        </a:xfrm>
        <a:prstGeom prst="circularArrow">
          <a:avLst>
            <a:gd name="adj1" fmla="val 5000"/>
            <a:gd name="adj2" fmla="val 360000"/>
            <a:gd name="adj3" fmla="val 6053153"/>
            <a:gd name="adj4" fmla="val 4386846"/>
            <a:gd name="adj5" fmla="val 5500"/>
          </a:avLst>
        </a:prstGeom>
        <a:solidFill>
          <a:srgbClr val="154A97"/>
        </a:solid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Xfrm>
        <a:off x="402151" y="61319"/>
        <a:ext cx="2094630" cy="2094630"/>
      </dsp:txXfrm>
    </dsp:sp>
    <dsp:sp modelId="{BA30C4EF-9166-45AA-AC08-A5F3B9E17BC4}">
      <dsp:nvSpPr>
        <dsp:cNvPr id="7" name="矩形 6"/>
        <dsp:cNvSpPr/>
      </dsp:nvSpPr>
      <dsp:spPr bwMode="white">
        <a:xfrm>
          <a:off x="389181" y="1382697"/>
          <a:ext cx="786223" cy="786223"/>
        </a:xfrm>
        <a:prstGeom prst="rect">
          <a:avLst/>
        </a:prstGeom>
        <a:noFill/>
        <a:ln>
          <a:noFill/>
        </a:ln>
        <a:effectLst/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25400" tIns="25400" rIns="25400" bIns="2540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b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软雅黑" charset="-122"/>
              <a:ea typeface="微软雅黑" charset="-122"/>
              <a:cs typeface="Times New Roman" panose="02020503050405090304" pitchFamily="18" charset="0"/>
              <a:sym typeface="微软雅黑" charset="-122"/>
            </a:rPr>
            <a:t>测试</a:t>
          </a:r>
          <a:endParaRPr lang="zh-CN" altLang="en-US" sz="200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微软雅黑" charset="-122"/>
            <a:ea typeface="微软雅黑" charset="-122"/>
            <a:cs typeface="+mn-cs"/>
            <a:sym typeface="微软雅黑" charset="-122"/>
          </a:endParaRPr>
        </a:p>
      </dsp:txBody>
      <dsp:txXfrm>
        <a:off x="389181" y="1382697"/>
        <a:ext cx="786223" cy="786223"/>
      </dsp:txXfrm>
    </dsp:sp>
    <dsp:sp modelId="{B1A98296-8CD2-435F-BD49-3128FA0A9ED9}">
      <dsp:nvSpPr>
        <dsp:cNvPr id="8" name="环形箭头 7"/>
        <dsp:cNvSpPr/>
      </dsp:nvSpPr>
      <dsp:spPr bwMode="white">
        <a:xfrm>
          <a:off x="402151" y="61319"/>
          <a:ext cx="2094630" cy="2094630"/>
        </a:xfrm>
        <a:prstGeom prst="circularArrow">
          <a:avLst>
            <a:gd name="adj1" fmla="val 5000"/>
            <a:gd name="adj2" fmla="val 360000"/>
            <a:gd name="adj3" fmla="val 11453153"/>
            <a:gd name="adj4" fmla="val 9786846"/>
            <a:gd name="adj5" fmla="val 5500"/>
          </a:avLst>
        </a:prstGeom>
        <a:solidFill>
          <a:srgbClr val="154A97"/>
        </a:solid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Xfrm>
        <a:off x="402151" y="61319"/>
        <a:ext cx="2094630" cy="2094630"/>
      </dsp:txXfrm>
    </dsp:sp>
    <dsp:sp modelId="{CC476FB6-7626-4044-AD88-A4A64A1FC278}">
      <dsp:nvSpPr>
        <dsp:cNvPr id="9" name="矩形 8"/>
        <dsp:cNvSpPr/>
      </dsp:nvSpPr>
      <dsp:spPr bwMode="white">
        <a:xfrm>
          <a:off x="389181" y="48348"/>
          <a:ext cx="786223" cy="786223"/>
        </a:xfrm>
        <a:prstGeom prst="rect">
          <a:avLst/>
        </a:prstGeom>
        <a:noFill/>
        <a:ln>
          <a:noFill/>
        </a:ln>
        <a:effectLst/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25400" tIns="25400" rIns="25400" bIns="2540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b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软雅黑" charset="-122"/>
              <a:ea typeface="微软雅黑" charset="-122"/>
              <a:cs typeface="Times New Roman" panose="02020503050405090304" pitchFamily="18" charset="0"/>
              <a:sym typeface="微软雅黑" charset="-122"/>
            </a:rPr>
            <a:t>分析</a:t>
          </a:r>
          <a:endParaRPr lang="zh-CN" altLang="en-US" sz="200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微软雅黑" charset="-122"/>
            <a:ea typeface="微软雅黑" charset="-122"/>
            <a:cs typeface="+mn-cs"/>
            <a:sym typeface="微软雅黑" charset="-122"/>
          </a:endParaRPr>
        </a:p>
      </dsp:txBody>
      <dsp:txXfrm>
        <a:off x="389181" y="48348"/>
        <a:ext cx="786223" cy="786223"/>
      </dsp:txXfrm>
    </dsp:sp>
    <dsp:sp modelId="{2FBF54FE-A0E8-40A5-A8B6-3F69C62AE98A}">
      <dsp:nvSpPr>
        <dsp:cNvPr id="10" name="环形箭头 9"/>
        <dsp:cNvSpPr/>
      </dsp:nvSpPr>
      <dsp:spPr bwMode="white">
        <a:xfrm>
          <a:off x="402151" y="61319"/>
          <a:ext cx="2094630" cy="2094630"/>
        </a:xfrm>
        <a:prstGeom prst="circularArrow">
          <a:avLst>
            <a:gd name="adj1" fmla="val 5000"/>
            <a:gd name="adj2" fmla="val 360000"/>
            <a:gd name="adj3" fmla="val 16853153"/>
            <a:gd name="adj4" fmla="val 15186846"/>
            <a:gd name="adj5" fmla="val 5500"/>
          </a:avLst>
        </a:prstGeom>
        <a:solidFill>
          <a:srgbClr val="154A97"/>
        </a:solid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Xfrm>
        <a:off x="402151" y="61319"/>
        <a:ext cx="2094630" cy="209463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4536066" cy="3024043"/>
        <a:chOff x="0" y="0"/>
        <a:chExt cx="4536066" cy="3024043"/>
      </a:xfrm>
    </dsp:grpSpPr>
    <dsp:sp modelId="{BA8186F7-9DA9-4791-A16F-FF0EA74DD82D}">
      <dsp:nvSpPr>
        <dsp:cNvPr id="5" name="空心弧 4"/>
        <dsp:cNvSpPr/>
      </dsp:nvSpPr>
      <dsp:spPr bwMode="white">
        <a:xfrm>
          <a:off x="946379" y="307308"/>
          <a:ext cx="2643307" cy="2643307"/>
        </a:xfrm>
        <a:prstGeom prst="blockArc">
          <a:avLst>
            <a:gd name="adj1" fmla="val 16199999"/>
            <a:gd name="adj2" fmla="val 20520000"/>
            <a:gd name="adj3" fmla="val 3962"/>
          </a:avLst>
        </a:prstGeom>
        <a:solidFill>
          <a:srgbClr val="DBDBDB">
            <a:lumMod val="75000"/>
          </a:srgbClr>
        </a:solidFill>
        <a:ln>
          <a:noFill/>
        </a:ln>
        <a:effectLst/>
      </dsp:spPr>
      <dsp:style>
        <a:lnRef idx="0">
          <a:schemeClr val="accent1">
            <a:tint val="60000"/>
          </a:schemeClr>
        </a:lnRef>
        <a:fillRef idx="1">
          <a:schemeClr val="accent1">
            <a:tint val="60000"/>
          </a:schemeClr>
        </a:fillRef>
        <a:effectRef idx="1">
          <a:scrgbClr r="0" g="0" b="0"/>
        </a:effectRef>
        <a:fontRef idx="minor">
          <a:schemeClr val="lt1"/>
        </a:fontRef>
      </dsp:style>
      <dsp:txXfrm>
        <a:off x="946379" y="307308"/>
        <a:ext cx="2643307" cy="2643307"/>
      </dsp:txXfrm>
    </dsp:sp>
    <dsp:sp modelId="{61B49160-E5E6-41EB-9F13-E1E3FADB4967}">
      <dsp:nvSpPr>
        <dsp:cNvPr id="7" name="空心弧 6"/>
        <dsp:cNvSpPr/>
      </dsp:nvSpPr>
      <dsp:spPr bwMode="white">
        <a:xfrm>
          <a:off x="946379" y="307308"/>
          <a:ext cx="2643307" cy="2643307"/>
        </a:xfrm>
        <a:prstGeom prst="blockArc">
          <a:avLst>
            <a:gd name="adj1" fmla="val 20520000"/>
            <a:gd name="adj2" fmla="val 3240000"/>
            <a:gd name="adj3" fmla="val 3962"/>
          </a:avLst>
        </a:prstGeom>
        <a:solidFill>
          <a:srgbClr val="E0ABAB"/>
        </a:solidFill>
        <a:ln>
          <a:noFill/>
        </a:ln>
        <a:effectLst/>
      </dsp:spPr>
      <dsp:style>
        <a:lnRef idx="0">
          <a:schemeClr val="accent1">
            <a:tint val="60000"/>
          </a:schemeClr>
        </a:lnRef>
        <a:fillRef idx="1">
          <a:schemeClr val="accent1">
            <a:tint val="60000"/>
          </a:schemeClr>
        </a:fillRef>
        <a:effectRef idx="1">
          <a:scrgbClr r="0" g="0" b="0"/>
        </a:effectRef>
        <a:fontRef idx="minor">
          <a:schemeClr val="lt1"/>
        </a:fontRef>
      </dsp:style>
      <dsp:txXfrm>
        <a:off x="946379" y="307308"/>
        <a:ext cx="2643307" cy="2643307"/>
      </dsp:txXfrm>
    </dsp:sp>
    <dsp:sp modelId="{29CF0BCE-0EA4-40E8-AE1D-D3B65176A6C8}">
      <dsp:nvSpPr>
        <dsp:cNvPr id="9" name="空心弧 8"/>
        <dsp:cNvSpPr/>
      </dsp:nvSpPr>
      <dsp:spPr bwMode="white">
        <a:xfrm>
          <a:off x="946379" y="307308"/>
          <a:ext cx="2643307" cy="2643307"/>
        </a:xfrm>
        <a:prstGeom prst="blockArc">
          <a:avLst>
            <a:gd name="adj1" fmla="val 3240000"/>
            <a:gd name="adj2" fmla="val 7560000"/>
            <a:gd name="adj3" fmla="val 3962"/>
          </a:avLst>
        </a:prstGeom>
        <a:solidFill>
          <a:srgbClr val="C8161E">
            <a:tint val="60000"/>
            <a:hueOff val="0"/>
            <a:satOff val="0"/>
            <a:lumOff val="0"/>
            <a:alphaOff val="0"/>
          </a:srgbClr>
        </a:solidFill>
        <a:ln>
          <a:noFill/>
        </a:ln>
        <a:effectLst/>
      </dsp:spPr>
      <dsp:style>
        <a:lnRef idx="0">
          <a:schemeClr val="accent1">
            <a:tint val="60000"/>
          </a:schemeClr>
        </a:lnRef>
        <a:fillRef idx="1">
          <a:schemeClr val="accent1">
            <a:tint val="60000"/>
          </a:schemeClr>
        </a:fillRef>
        <a:effectRef idx="1">
          <a:scrgbClr r="0" g="0" b="0"/>
        </a:effectRef>
        <a:fontRef idx="minor">
          <a:schemeClr val="lt1"/>
        </a:fontRef>
      </dsp:style>
      <dsp:txXfrm>
        <a:off x="946379" y="307308"/>
        <a:ext cx="2643307" cy="2643307"/>
      </dsp:txXfrm>
    </dsp:sp>
    <dsp:sp modelId="{FA61FD14-303A-4FF6-A8D4-2C0D6EC2BA3A}">
      <dsp:nvSpPr>
        <dsp:cNvPr id="11" name="空心弧 10"/>
        <dsp:cNvSpPr/>
      </dsp:nvSpPr>
      <dsp:spPr bwMode="white">
        <a:xfrm>
          <a:off x="946379" y="307308"/>
          <a:ext cx="2643307" cy="2643307"/>
        </a:xfrm>
        <a:prstGeom prst="blockArc">
          <a:avLst>
            <a:gd name="adj1" fmla="val 7560000"/>
            <a:gd name="adj2" fmla="val 11880000"/>
            <a:gd name="adj3" fmla="val 3962"/>
          </a:avLst>
        </a:prstGeom>
        <a:solidFill>
          <a:srgbClr val="C8161E">
            <a:tint val="60000"/>
            <a:hueOff val="0"/>
            <a:satOff val="0"/>
            <a:lumOff val="0"/>
            <a:alphaOff val="0"/>
          </a:srgbClr>
        </a:solidFill>
        <a:ln>
          <a:noFill/>
        </a:ln>
        <a:effectLst/>
      </dsp:spPr>
      <dsp:style>
        <a:lnRef idx="0">
          <a:schemeClr val="accent1">
            <a:tint val="60000"/>
          </a:schemeClr>
        </a:lnRef>
        <a:fillRef idx="1">
          <a:schemeClr val="accent1">
            <a:tint val="60000"/>
          </a:schemeClr>
        </a:fillRef>
        <a:effectRef idx="1">
          <a:scrgbClr r="0" g="0" b="0"/>
        </a:effectRef>
        <a:fontRef idx="minor">
          <a:schemeClr val="lt1"/>
        </a:fontRef>
      </dsp:style>
      <dsp:txXfrm>
        <a:off x="946379" y="307308"/>
        <a:ext cx="2643307" cy="2643307"/>
      </dsp:txXfrm>
    </dsp:sp>
    <dsp:sp modelId="{D9311ED2-2BB9-4C2E-A0AE-07A7CACC744C}">
      <dsp:nvSpPr>
        <dsp:cNvPr id="13" name="空心弧 12"/>
        <dsp:cNvSpPr/>
      </dsp:nvSpPr>
      <dsp:spPr bwMode="white">
        <a:xfrm>
          <a:off x="946379" y="307308"/>
          <a:ext cx="2643307" cy="2643307"/>
        </a:xfrm>
        <a:prstGeom prst="blockArc">
          <a:avLst>
            <a:gd name="adj1" fmla="val 11880000"/>
            <a:gd name="adj2" fmla="val 16199999"/>
            <a:gd name="adj3" fmla="val 3962"/>
          </a:avLst>
        </a:prstGeom>
        <a:solidFill>
          <a:srgbClr val="C8161E">
            <a:tint val="60000"/>
            <a:hueOff val="0"/>
            <a:satOff val="0"/>
            <a:lumOff val="0"/>
            <a:alphaOff val="0"/>
          </a:srgbClr>
        </a:solidFill>
        <a:ln>
          <a:noFill/>
        </a:ln>
        <a:effectLst/>
      </dsp:spPr>
      <dsp:style>
        <a:lnRef idx="0">
          <a:schemeClr val="accent1">
            <a:tint val="60000"/>
          </a:schemeClr>
        </a:lnRef>
        <a:fillRef idx="1">
          <a:schemeClr val="accent1">
            <a:tint val="60000"/>
          </a:schemeClr>
        </a:fillRef>
        <a:effectRef idx="1">
          <a:scrgbClr r="0" g="0" b="0"/>
        </a:effectRef>
        <a:fontRef idx="minor">
          <a:schemeClr val="lt1"/>
        </a:fontRef>
      </dsp:style>
      <dsp:txXfrm>
        <a:off x="946379" y="307308"/>
        <a:ext cx="2643307" cy="2643307"/>
      </dsp:txXfrm>
    </dsp:sp>
    <dsp:sp modelId="{16706389-F440-4AF1-8D85-E87E9EF53731}">
      <dsp:nvSpPr>
        <dsp:cNvPr id="3" name="椭圆 2"/>
        <dsp:cNvSpPr/>
      </dsp:nvSpPr>
      <dsp:spPr bwMode="white">
        <a:xfrm>
          <a:off x="1690387" y="1051315"/>
          <a:ext cx="1155292" cy="1155292"/>
        </a:xfrm>
        <a:prstGeom prst="ellipse">
          <a:avLst/>
        </a:prstGeom>
        <a:solidFill>
          <a:srgbClr val="971515"/>
        </a:solidFill>
        <a:ln w="1905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accent1"/>
        </a:fillRef>
        <a:effectRef idx="1">
          <a:scrgbClr r="0" g="0" b="0"/>
        </a:effectRef>
        <a:fontRef idx="minor">
          <a:schemeClr val="lt1"/>
        </a:fontRef>
      </dsp:style>
      <dsp:txBody>
        <a:bodyPr lIns="25400" tIns="25400" rIns="25400" bIns="25400" anchor="ctr"/>
        <a:lstStyle>
          <a:lvl1pPr algn="ctr">
            <a:defRPr sz="2000"/>
          </a:lvl1pPr>
          <a:lvl2pPr marL="114300" indent="-114300" algn="ctr">
            <a:defRPr sz="1500"/>
          </a:lvl2pPr>
          <a:lvl3pPr marL="228600" indent="-114300" algn="ctr">
            <a:defRPr sz="1500"/>
          </a:lvl3pPr>
          <a:lvl4pPr marL="342900" indent="-114300" algn="ctr">
            <a:defRPr sz="1500"/>
          </a:lvl4pPr>
          <a:lvl5pPr marL="457200" indent="-114300" algn="ctr">
            <a:defRPr sz="1500"/>
          </a:lvl5pPr>
          <a:lvl6pPr marL="571500" indent="-114300" algn="ctr">
            <a:defRPr sz="1500"/>
          </a:lvl6pPr>
          <a:lvl7pPr marL="685800" indent="-114300" algn="ctr">
            <a:defRPr sz="1500"/>
          </a:lvl7pPr>
          <a:lvl8pPr marL="800100" indent="-114300" algn="ctr">
            <a:defRPr sz="1500"/>
          </a:lvl8pPr>
          <a:lvl9pPr marL="914400" indent="-114300" algn="ctr">
            <a:defRPr sz="15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>
              <a:solidFill>
                <a:srgbClr val="FFFFFF"/>
              </a:solidFill>
              <a:latin typeface="微软雅黑" charset="-122"/>
              <a:ea typeface="微软雅黑" charset="-122"/>
              <a:cs typeface="+mn-cs"/>
              <a:sym typeface="微软雅黑" charset="-122"/>
            </a:rPr>
            <a:t>第五科研范式</a:t>
          </a:r>
        </a:p>
      </dsp:txBody>
      <dsp:txXfrm>
        <a:off x="1690387" y="1051315"/>
        <a:ext cx="1155292" cy="1155292"/>
      </dsp:txXfrm>
    </dsp:sp>
    <dsp:sp modelId="{620A074A-6494-4890-A2A2-877ABD85BCCC}">
      <dsp:nvSpPr>
        <dsp:cNvPr id="4" name="椭圆 3"/>
        <dsp:cNvSpPr/>
      </dsp:nvSpPr>
      <dsp:spPr bwMode="white">
        <a:xfrm>
          <a:off x="1863681" y="0"/>
          <a:ext cx="808704" cy="808704"/>
        </a:xfrm>
        <a:prstGeom prst="ellipse">
          <a:avLst/>
        </a:prstGeom>
        <a:solidFill>
          <a:srgbClr val="FFFFFF"/>
        </a:solidFill>
        <a:ln w="19050" cap="flat" cmpd="sng" algn="ctr">
          <a:solidFill>
            <a:srgbClr val="C00000"/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accent1"/>
        </a:fillRef>
        <a:effectRef idx="1">
          <a:scrgbClr r="0" g="0" b="0"/>
        </a:effectRef>
        <a:fontRef idx="minor">
          <a:schemeClr val="lt1"/>
        </a:fontRef>
      </dsp:style>
      <dsp:txBody>
        <a:bodyPr lIns="38100" tIns="38100" rIns="38100" bIns="38100" anchor="ctr"/>
        <a:lstStyle>
          <a:lvl1pPr algn="ctr">
            <a:defRPr sz="3000"/>
          </a:lvl1pPr>
          <a:lvl2pPr marL="228600" indent="-228600" algn="ctr">
            <a:defRPr sz="2300"/>
          </a:lvl2pPr>
          <a:lvl3pPr marL="457200" indent="-228600" algn="ctr">
            <a:defRPr sz="2300"/>
          </a:lvl3pPr>
          <a:lvl4pPr marL="685800" indent="-228600" algn="ctr">
            <a:defRPr sz="2300"/>
          </a:lvl4pPr>
          <a:lvl5pPr marL="914400" indent="-228600" algn="ctr">
            <a:defRPr sz="2300"/>
          </a:lvl5pPr>
          <a:lvl6pPr marL="1143000" indent="-228600" algn="ctr">
            <a:defRPr sz="2300"/>
          </a:lvl6pPr>
          <a:lvl7pPr marL="1371600" indent="-228600" algn="ctr">
            <a:defRPr sz="2300"/>
          </a:lvl7pPr>
          <a:lvl8pPr marL="1600200" indent="-228600" algn="ctr">
            <a:defRPr sz="2300"/>
          </a:lvl8pPr>
          <a:lvl9pPr marL="1828800" indent="-228600" algn="ctr">
            <a:defRPr sz="23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>
            <a:solidFill>
              <a:srgbClr val="FFFFFF"/>
            </a:solidFill>
            <a:latin typeface="微软雅黑" charset="-122"/>
            <a:ea typeface="微软雅黑" charset="-122"/>
            <a:cs typeface="+mn-cs"/>
            <a:sym typeface="微软雅黑" charset="-122"/>
          </a:endParaRPr>
        </a:p>
      </dsp:txBody>
      <dsp:txXfrm>
        <a:off x="1863681" y="0"/>
        <a:ext cx="808704" cy="808704"/>
      </dsp:txXfrm>
    </dsp:sp>
    <dsp:sp modelId="{3B6ACEB4-9FAA-46BC-89F3-FBD638A298A6}">
      <dsp:nvSpPr>
        <dsp:cNvPr id="6" name="椭圆 5"/>
        <dsp:cNvSpPr/>
      </dsp:nvSpPr>
      <dsp:spPr bwMode="white">
        <a:xfrm>
          <a:off x="3028353" y="846184"/>
          <a:ext cx="808704" cy="808704"/>
        </a:xfrm>
        <a:prstGeom prst="ellipse">
          <a:avLst/>
        </a:prstGeom>
        <a:solidFill>
          <a:srgbClr val="FFFFFF"/>
        </a:solidFill>
        <a:ln w="19050" cap="flat" cmpd="sng" algn="ctr">
          <a:solidFill>
            <a:srgbClr val="C00000"/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accent1"/>
        </a:fillRef>
        <a:effectRef idx="1">
          <a:scrgbClr r="0" g="0" b="0"/>
        </a:effectRef>
        <a:fontRef idx="minor">
          <a:schemeClr val="lt1"/>
        </a:fontRef>
      </dsp:style>
      <dsp:txBody>
        <a:bodyPr vert="horz" wrap="square" lIns="27940" tIns="27940" rIns="27940" bIns="27940" numCol="1" spcCol="1270" anchor="ctr" anchorCtr="0" forceAA="0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altLang="zh-CN" sz="2200" kern="1200">
            <a:solidFill>
              <a:srgbClr val="FFFFFF"/>
            </a:solidFill>
            <a:latin typeface="微软雅黑" charset="-122"/>
            <a:ea typeface="微软雅黑" charset="-122"/>
            <a:cs typeface="+mn-cs"/>
            <a:sym typeface="微软雅黑" charset="-122"/>
          </a:endParaRPr>
        </a:p>
      </dsp:txBody>
      <dsp:txXfrm>
        <a:off x="3028353" y="846184"/>
        <a:ext cx="808704" cy="808704"/>
      </dsp:txXfrm>
    </dsp:sp>
    <dsp:sp modelId="{333D828E-AE80-49EC-A5A5-82D70842FB29}">
      <dsp:nvSpPr>
        <dsp:cNvPr id="8" name="椭圆 7"/>
        <dsp:cNvSpPr/>
      </dsp:nvSpPr>
      <dsp:spPr bwMode="white">
        <a:xfrm>
          <a:off x="2583488" y="2215339"/>
          <a:ext cx="808704" cy="808704"/>
        </a:xfrm>
        <a:prstGeom prst="ellipse">
          <a:avLst/>
        </a:prstGeom>
        <a:solidFill>
          <a:srgbClr val="FFFFFF"/>
        </a:solidFill>
        <a:ln w="19050" cap="flat" cmpd="sng" algn="ctr">
          <a:solidFill>
            <a:srgbClr val="C00000"/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accent1"/>
        </a:fillRef>
        <a:effectRef idx="1">
          <a:scrgbClr r="0" g="0" b="0"/>
        </a:effectRef>
        <a:fontRef idx="minor">
          <a:schemeClr val="lt1"/>
        </a:fontRef>
      </dsp:style>
      <dsp:txBody>
        <a:bodyPr vert="horz" wrap="square" lIns="27940" tIns="27940" rIns="27940" bIns="27940" numCol="1" spcCol="1270" anchor="ctr" anchorCtr="0" forceAA="0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2200" kern="1200">
            <a:solidFill>
              <a:srgbClr val="FFFFFF"/>
            </a:solidFill>
            <a:latin typeface="微软雅黑" charset="-122"/>
            <a:ea typeface="微软雅黑" charset="-122"/>
            <a:cs typeface="+mn-cs"/>
            <a:sym typeface="微软雅黑" charset="-122"/>
          </a:endParaRPr>
        </a:p>
      </dsp:txBody>
      <dsp:txXfrm>
        <a:off x="2583488" y="2215339"/>
        <a:ext cx="808704" cy="808704"/>
      </dsp:txXfrm>
    </dsp:sp>
    <dsp:sp modelId="{FD7AD192-59A4-4090-8AEA-D54993E6B7B1}">
      <dsp:nvSpPr>
        <dsp:cNvPr id="10" name="椭圆 9"/>
        <dsp:cNvSpPr/>
      </dsp:nvSpPr>
      <dsp:spPr bwMode="white">
        <a:xfrm>
          <a:off x="1143874" y="2215339"/>
          <a:ext cx="808704" cy="808704"/>
        </a:xfrm>
        <a:prstGeom prst="ellipse">
          <a:avLst/>
        </a:prstGeom>
        <a:solidFill>
          <a:srgbClr val="FFFFFF"/>
        </a:solidFill>
        <a:ln w="19050" cap="flat" cmpd="sng" algn="ctr">
          <a:solidFill>
            <a:srgbClr val="C00000"/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accent1"/>
        </a:fillRef>
        <a:effectRef idx="1">
          <a:scrgbClr r="0" g="0" b="0"/>
        </a:effectRef>
        <a:fontRef idx="minor">
          <a:schemeClr val="lt1"/>
        </a:fontRef>
      </dsp:style>
      <dsp:txBody>
        <a:bodyPr vert="horz" wrap="square" lIns="27940" tIns="27940" rIns="27940" bIns="27940" numCol="1" spcCol="1270" anchor="ctr" anchorCtr="0" forceAA="0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2200" kern="1200">
            <a:solidFill>
              <a:srgbClr val="FFFFFF"/>
            </a:solidFill>
            <a:latin typeface="微软雅黑" charset="-122"/>
            <a:ea typeface="微软雅黑" charset="-122"/>
            <a:cs typeface="+mn-cs"/>
            <a:sym typeface="微软雅黑" charset="-122"/>
          </a:endParaRPr>
        </a:p>
      </dsp:txBody>
      <dsp:txXfrm>
        <a:off x="1143874" y="2215339"/>
        <a:ext cx="808704" cy="808704"/>
      </dsp:txXfrm>
    </dsp:sp>
    <dsp:sp modelId="{B18AA8C4-E209-4E0B-B3A8-EC7E199EF9FE}">
      <dsp:nvSpPr>
        <dsp:cNvPr id="12" name="椭圆 11"/>
        <dsp:cNvSpPr/>
      </dsp:nvSpPr>
      <dsp:spPr bwMode="white">
        <a:xfrm>
          <a:off x="699008" y="846184"/>
          <a:ext cx="808704" cy="808704"/>
        </a:xfrm>
        <a:prstGeom prst="ellipse">
          <a:avLst/>
        </a:prstGeom>
        <a:solidFill>
          <a:srgbClr val="FFFFFF"/>
        </a:solidFill>
        <a:ln w="19050" cap="flat" cmpd="sng" algn="ctr">
          <a:solidFill>
            <a:srgbClr val="C00000"/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accent1"/>
        </a:fillRef>
        <a:effectRef idx="1">
          <a:scrgbClr r="0" g="0" b="0"/>
        </a:effectRef>
        <a:fontRef idx="minor">
          <a:schemeClr val="lt1"/>
        </a:fontRef>
      </dsp:style>
      <dsp:txBody>
        <a:bodyPr vert="horz" wrap="square" lIns="27940" tIns="27940" rIns="27940" bIns="27940" numCol="1" spcCol="1270" anchor="ctr" anchorCtr="0" forceAA="0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2200" kern="1200">
            <a:solidFill>
              <a:srgbClr val="FFFFFF"/>
            </a:solidFill>
            <a:latin typeface="微软雅黑" charset="-122"/>
            <a:ea typeface="微软雅黑" charset="-122"/>
            <a:cs typeface="+mn-cs"/>
            <a:sym typeface="微软雅黑" charset="-122"/>
          </a:endParaRPr>
        </a:p>
      </dsp:txBody>
      <dsp:txXfrm>
        <a:off x="699008" y="846184"/>
        <a:ext cx="808704" cy="80870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2957514" cy="1624610"/>
        <a:chOff x="0" y="0"/>
        <a:chExt cx="2957514" cy="1624610"/>
      </a:xfrm>
    </dsp:grpSpPr>
    <dsp:sp modelId="{6D6E4C30-720D-43EA-AA73-C98D8D30BA39}">
      <dsp:nvSpPr>
        <dsp:cNvPr id="5" name="任意多边形 4"/>
        <dsp:cNvSpPr/>
      </dsp:nvSpPr>
      <dsp:spPr bwMode="white">
        <a:xfrm>
          <a:off x="361644" y="615392"/>
          <a:ext cx="1117113" cy="393825"/>
        </a:xfrm>
        <a:custGeom>
          <a:avLst/>
          <a:gdLst/>
          <a:ahLst/>
          <a:cxnLst/>
          <a:pathLst>
            <a:path w="1759" h="620">
              <a:moveTo>
                <a:pt x="1759" y="0"/>
              </a:moveTo>
              <a:lnTo>
                <a:pt x="1759" y="310"/>
              </a:lnTo>
              <a:lnTo>
                <a:pt x="0" y="310"/>
              </a:lnTo>
              <a:lnTo>
                <a:pt x="0" y="620"/>
              </a:lnTo>
            </a:path>
          </a:pathLst>
        </a:custGeom>
        <a:ln w="12700" cap="flat" cmpd="sng" algn="ctr">
          <a:solidFill>
            <a:srgbClr val="5B9BD5">
              <a:tint val="9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hemeClr val="accent5">
            <a:tint val="90000"/>
          </a:schemeClr>
        </a:lnRef>
        <a:fillRef idx="0">
          <a:schemeClr val="accent5">
            <a:tint val="90000"/>
          </a:schemeClr>
        </a:fillRef>
        <a:effectRef idx="0">
          <a:scrgbClr r="0" g="0" b="0"/>
        </a:effectRef>
        <a:fontRef idx="minor"/>
      </dsp:style>
      <dsp:txXfrm>
        <a:off x="361644" y="615392"/>
        <a:ext cx="1117113" cy="393825"/>
      </dsp:txXfrm>
    </dsp:sp>
    <dsp:sp modelId="{A9B53E4F-7F21-4E3C-8CB5-D3A7AF1422CF}">
      <dsp:nvSpPr>
        <dsp:cNvPr id="8" name="任意多边形 7"/>
        <dsp:cNvSpPr/>
      </dsp:nvSpPr>
      <dsp:spPr bwMode="white">
        <a:xfrm>
          <a:off x="1478757" y="615392"/>
          <a:ext cx="0" cy="393825"/>
        </a:xfrm>
        <a:custGeom>
          <a:avLst/>
          <a:gdLst/>
          <a:ahLst/>
          <a:cxnLst/>
          <a:pathLst>
            <a:path h="620">
              <a:moveTo>
                <a:pt x="0" y="0"/>
              </a:moveTo>
              <a:lnTo>
                <a:pt x="0" y="620"/>
              </a:lnTo>
            </a:path>
          </a:pathLst>
        </a:custGeom>
        <a:ln w="12700" cap="flat" cmpd="sng" algn="ctr">
          <a:solidFill>
            <a:srgbClr val="5B9BD5">
              <a:tint val="9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hemeClr val="accent5">
            <a:tint val="90000"/>
          </a:schemeClr>
        </a:lnRef>
        <a:fillRef idx="0">
          <a:schemeClr val="accent5">
            <a:tint val="90000"/>
          </a:schemeClr>
        </a:fillRef>
        <a:effectRef idx="0">
          <a:scrgbClr r="0" g="0" b="0"/>
        </a:effectRef>
        <a:fontRef idx="minor"/>
      </dsp:style>
      <dsp:txXfrm>
        <a:off x="1478757" y="615392"/>
        <a:ext cx="0" cy="393825"/>
      </dsp:txXfrm>
    </dsp:sp>
    <dsp:sp modelId="{05768664-E46B-41CE-9933-B5326E85F65F}">
      <dsp:nvSpPr>
        <dsp:cNvPr id="11" name="任意多边形 10"/>
        <dsp:cNvSpPr/>
      </dsp:nvSpPr>
      <dsp:spPr bwMode="white">
        <a:xfrm>
          <a:off x="1478757" y="615392"/>
          <a:ext cx="1117113" cy="393825"/>
        </a:xfrm>
        <a:custGeom>
          <a:avLst/>
          <a:gdLst/>
          <a:ahLst/>
          <a:cxnLst/>
          <a:pathLst>
            <a:path w="1759" h="620">
              <a:moveTo>
                <a:pt x="0" y="0"/>
              </a:moveTo>
              <a:lnTo>
                <a:pt x="0" y="310"/>
              </a:lnTo>
              <a:lnTo>
                <a:pt x="1759" y="310"/>
              </a:lnTo>
              <a:lnTo>
                <a:pt x="1759" y="620"/>
              </a:lnTo>
            </a:path>
          </a:pathLst>
        </a:custGeom>
        <a:ln w="12700" cap="flat" cmpd="sng" algn="ctr">
          <a:solidFill>
            <a:srgbClr val="5B9BD5">
              <a:tint val="9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hemeClr val="accent5">
            <a:tint val="90000"/>
          </a:schemeClr>
        </a:lnRef>
        <a:fillRef idx="0">
          <a:schemeClr val="accent5">
            <a:tint val="90000"/>
          </a:schemeClr>
        </a:fillRef>
        <a:effectRef idx="0">
          <a:scrgbClr r="0" g="0" b="0"/>
        </a:effectRef>
        <a:fontRef idx="minor"/>
      </dsp:style>
      <dsp:txXfrm>
        <a:off x="1478757" y="615392"/>
        <a:ext cx="1117113" cy="393825"/>
      </dsp:txXfrm>
    </dsp:sp>
    <dsp:sp modelId="{9F6375F4-D4E9-4B1B-ADCB-8FD5F40CCC11}">
      <dsp:nvSpPr>
        <dsp:cNvPr id="3" name="矩形 2"/>
        <dsp:cNvSpPr/>
      </dsp:nvSpPr>
      <dsp:spPr bwMode="white">
        <a:xfrm>
          <a:off x="1117113" y="253748"/>
          <a:ext cx="723288" cy="361644"/>
        </a:xfrm>
        <a:prstGeom prst="rect">
          <a:avLst/>
        </a:prstGeom>
        <a:solidFill>
          <a:srgbClr val="4472C4">
            <a:lumMod val="7500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hemeClr val="lt1"/>
        </a:lnRef>
        <a:fillRef idx="1">
          <a:schemeClr val="accent5">
            <a:alpha val="80000"/>
            <a:hueOff val="0"/>
            <a:satOff val="0"/>
            <a:lumOff val="0"/>
            <a:alpha val="8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11430" tIns="11430" rIns="11430" bIns="11430" anchor="ctr"/>
        <a:lstStyle>
          <a:lvl1pPr algn="ctr">
            <a:defRPr sz="1800"/>
          </a:lvl1pPr>
          <a:lvl2pPr marL="114300" indent="-114300" algn="ctr">
            <a:defRPr sz="1400"/>
          </a:lvl2pPr>
          <a:lvl3pPr marL="228600" indent="-114300" algn="ctr">
            <a:defRPr sz="1400"/>
          </a:lvl3pPr>
          <a:lvl4pPr marL="342900" indent="-114300" algn="ctr">
            <a:defRPr sz="1400"/>
          </a:lvl4pPr>
          <a:lvl5pPr marL="457200" indent="-114300" algn="ctr">
            <a:defRPr sz="1400"/>
          </a:lvl5pPr>
          <a:lvl6pPr marL="571500" indent="-114300" algn="ctr">
            <a:defRPr sz="1400"/>
          </a:lvl6pPr>
          <a:lvl7pPr marL="685800" indent="-114300" algn="ctr">
            <a:defRPr sz="1400"/>
          </a:lvl7pPr>
          <a:lvl8pPr marL="800100" indent="-114300" algn="ctr">
            <a:defRPr sz="1400"/>
          </a:lvl8pPr>
          <a:lvl9pPr marL="914400" indent="-114300" algn="ctr">
            <a:defRPr sz="1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b="1">
            <a:solidFill>
              <a:sysClr val="window" lastClr="FFFFFF"/>
            </a:solidFill>
            <a:latin typeface="微软雅黑" charset="-122"/>
            <a:ea typeface="微软雅黑" charset="-122"/>
            <a:cs typeface="+mn-cs"/>
            <a:sym typeface="微软雅黑" charset="-122"/>
          </a:endParaRPr>
        </a:p>
      </dsp:txBody>
      <dsp:txXfrm>
        <a:off x="1117113" y="253748"/>
        <a:ext cx="723288" cy="361644"/>
      </dsp:txXfrm>
    </dsp:sp>
    <dsp:sp modelId="{6CE55009-9936-43CD-8644-2B3A7ED04F3D}">
      <dsp:nvSpPr>
        <dsp:cNvPr id="6" name="矩形 5"/>
        <dsp:cNvSpPr/>
      </dsp:nvSpPr>
      <dsp:spPr bwMode="white">
        <a:xfrm>
          <a:off x="0" y="1009218"/>
          <a:ext cx="723288" cy="361644"/>
        </a:xfrm>
        <a:prstGeom prst="rect">
          <a:avLst/>
        </a:prstGeom>
        <a:solidFill>
          <a:srgbClr val="70AD47">
            <a:lumMod val="7500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hemeClr val="lt1"/>
        </a:lnRef>
        <a:fillRef idx="1">
          <a:schemeClr val="accent5">
            <a:alpha val="70000"/>
            <a:hueOff val="0"/>
            <a:satOff val="0"/>
            <a:lumOff val="0"/>
            <a:alpha val="70196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11430" tIns="11430" rIns="11430" bIns="11430" anchor="ctr"/>
        <a:lstStyle>
          <a:lvl1pPr algn="ctr">
            <a:defRPr sz="1800"/>
          </a:lvl1pPr>
          <a:lvl2pPr marL="114300" indent="-114300" algn="ctr">
            <a:defRPr sz="1400"/>
          </a:lvl2pPr>
          <a:lvl3pPr marL="228600" indent="-114300" algn="ctr">
            <a:defRPr sz="1400"/>
          </a:lvl3pPr>
          <a:lvl4pPr marL="342900" indent="-114300" algn="ctr">
            <a:defRPr sz="1400"/>
          </a:lvl4pPr>
          <a:lvl5pPr marL="457200" indent="-114300" algn="ctr">
            <a:defRPr sz="1400"/>
          </a:lvl5pPr>
          <a:lvl6pPr marL="571500" indent="-114300" algn="ctr">
            <a:defRPr sz="1400"/>
          </a:lvl6pPr>
          <a:lvl7pPr marL="685800" indent="-114300" algn="ctr">
            <a:defRPr sz="1400"/>
          </a:lvl7pPr>
          <a:lvl8pPr marL="800100" indent="-114300" algn="ctr">
            <a:defRPr sz="1400"/>
          </a:lvl8pPr>
          <a:lvl9pPr marL="914400" indent="-114300" algn="ctr">
            <a:defRPr sz="1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b="1">
              <a:solidFill>
                <a:sysClr val="window" lastClr="FFFFFF"/>
              </a:solidFill>
              <a:latin typeface="微软雅黑" charset="-122"/>
              <a:ea typeface="微软雅黑" charset="-122"/>
              <a:cs typeface="+mn-cs"/>
              <a:sym typeface="微软雅黑" charset="-122"/>
            </a:rPr>
            <a:t>方法</a:t>
          </a:r>
        </a:p>
      </dsp:txBody>
      <dsp:txXfrm>
        <a:off x="0" y="1009218"/>
        <a:ext cx="723288" cy="361644"/>
      </dsp:txXfrm>
    </dsp:sp>
    <dsp:sp modelId="{8BAAEF68-D432-4DDB-B78E-F9798C8D159E}">
      <dsp:nvSpPr>
        <dsp:cNvPr id="9" name="矩形 8"/>
        <dsp:cNvSpPr/>
      </dsp:nvSpPr>
      <dsp:spPr bwMode="white">
        <a:xfrm>
          <a:off x="1117113" y="1009218"/>
          <a:ext cx="723288" cy="361644"/>
        </a:xfrm>
        <a:prstGeom prst="rect">
          <a:avLst/>
        </a:prstGeom>
        <a:solidFill>
          <a:srgbClr val="ED7D31"/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hemeClr val="lt1"/>
        </a:lnRef>
        <a:fillRef idx="1">
          <a:schemeClr val="accent5">
            <a:alpha val="70000"/>
            <a:hueOff val="0"/>
            <a:satOff val="0"/>
            <a:lumOff val="0"/>
            <a:alpha val="70196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11430" tIns="11430" rIns="11430" bIns="11430" anchor="ctr"/>
        <a:lstStyle>
          <a:lvl1pPr algn="ctr">
            <a:defRPr sz="1800"/>
          </a:lvl1pPr>
          <a:lvl2pPr marL="114300" indent="-114300" algn="ctr">
            <a:defRPr sz="1400"/>
          </a:lvl2pPr>
          <a:lvl3pPr marL="228600" indent="-114300" algn="ctr">
            <a:defRPr sz="1400"/>
          </a:lvl3pPr>
          <a:lvl4pPr marL="342900" indent="-114300" algn="ctr">
            <a:defRPr sz="1400"/>
          </a:lvl4pPr>
          <a:lvl5pPr marL="457200" indent="-114300" algn="ctr">
            <a:defRPr sz="1400"/>
          </a:lvl5pPr>
          <a:lvl6pPr marL="571500" indent="-114300" algn="ctr">
            <a:defRPr sz="1400"/>
          </a:lvl6pPr>
          <a:lvl7pPr marL="685800" indent="-114300" algn="ctr">
            <a:defRPr sz="1400"/>
          </a:lvl7pPr>
          <a:lvl8pPr marL="800100" indent="-114300" algn="ctr">
            <a:defRPr sz="1400"/>
          </a:lvl8pPr>
          <a:lvl9pPr marL="914400" indent="-114300" algn="ctr">
            <a:defRPr sz="1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b="1">
              <a:solidFill>
                <a:sysClr val="window" lastClr="FFFFFF"/>
              </a:solidFill>
              <a:latin typeface="微软雅黑" charset="-122"/>
              <a:ea typeface="微软雅黑" charset="-122"/>
              <a:cs typeface="+mn-cs"/>
              <a:sym typeface="微软雅黑" charset="-122"/>
            </a:rPr>
            <a:t>前驱体</a:t>
          </a:r>
        </a:p>
      </dsp:txBody>
      <dsp:txXfrm>
        <a:off x="1117113" y="1009218"/>
        <a:ext cx="723288" cy="361644"/>
      </dsp:txXfrm>
    </dsp:sp>
    <dsp:sp modelId="{FBDC664F-E50E-4BB3-ACE7-CD7F864C3004}">
      <dsp:nvSpPr>
        <dsp:cNvPr id="12" name="矩形 11"/>
        <dsp:cNvSpPr/>
      </dsp:nvSpPr>
      <dsp:spPr bwMode="white">
        <a:xfrm>
          <a:off x="2234226" y="1009218"/>
          <a:ext cx="723288" cy="361644"/>
        </a:xfrm>
        <a:prstGeom prst="rect">
          <a:avLst/>
        </a:prstGeom>
        <a:solidFill>
          <a:srgbClr val="4472C4">
            <a:lumMod val="7500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hemeClr val="lt1"/>
        </a:lnRef>
        <a:fillRef idx="1">
          <a:schemeClr val="accent5">
            <a:alpha val="70000"/>
            <a:hueOff val="0"/>
            <a:satOff val="0"/>
            <a:lumOff val="0"/>
            <a:alpha val="70196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11430" tIns="11430" rIns="11430" bIns="11430" anchor="ctr"/>
        <a:lstStyle>
          <a:lvl1pPr algn="ctr">
            <a:defRPr sz="1800"/>
          </a:lvl1pPr>
          <a:lvl2pPr marL="114300" indent="-114300" algn="ctr">
            <a:defRPr sz="1400"/>
          </a:lvl2pPr>
          <a:lvl3pPr marL="228600" indent="-114300" algn="ctr">
            <a:defRPr sz="1400"/>
          </a:lvl3pPr>
          <a:lvl4pPr marL="342900" indent="-114300" algn="ctr">
            <a:defRPr sz="1400"/>
          </a:lvl4pPr>
          <a:lvl5pPr marL="457200" indent="-114300" algn="ctr">
            <a:defRPr sz="1400"/>
          </a:lvl5pPr>
          <a:lvl6pPr marL="571500" indent="-114300" algn="ctr">
            <a:defRPr sz="1400"/>
          </a:lvl6pPr>
          <a:lvl7pPr marL="685800" indent="-114300" algn="ctr">
            <a:defRPr sz="1400"/>
          </a:lvl7pPr>
          <a:lvl8pPr marL="800100" indent="-114300" algn="ctr">
            <a:defRPr sz="1400"/>
          </a:lvl8pPr>
          <a:lvl9pPr marL="914400" indent="-114300" algn="ctr">
            <a:defRPr sz="1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b="1">
              <a:solidFill>
                <a:sysClr val="window" lastClr="FFFFFF"/>
              </a:solidFill>
              <a:latin typeface="微软雅黑" charset="-122"/>
              <a:ea typeface="微软雅黑" charset="-122"/>
              <a:cs typeface="+mn-cs"/>
              <a:sym typeface="微软雅黑" charset="-122"/>
            </a:rPr>
            <a:t>条件</a:t>
          </a:r>
        </a:p>
      </dsp:txBody>
      <dsp:txXfrm>
        <a:off x="2234226" y="1009218"/>
        <a:ext cx="723288" cy="361644"/>
      </dsp:txXfrm>
    </dsp:sp>
    <dsp:sp modelId="{D4229948-BAB1-47CE-925D-5FB1D569B8ED}">
      <dsp:nvSpPr>
        <dsp:cNvPr id="4" name="矩形 3" hidden="1"/>
        <dsp:cNvSpPr/>
      </dsp:nvSpPr>
      <dsp:spPr>
        <a:xfrm>
          <a:off x="1117113" y="253748"/>
          <a:ext cx="144658" cy="361644"/>
        </a:xfrm>
        <a:prstGeom prst="rect">
          <a:avLst/>
        </a:prstGeom>
      </dsp:spPr>
      <dsp:txXfrm>
        <a:off x="1117113" y="253748"/>
        <a:ext cx="144658" cy="361644"/>
      </dsp:txXfrm>
    </dsp:sp>
    <dsp:sp modelId="{EB2F30B5-4AA9-4D55-AEDD-8357CD5E8ADC}">
      <dsp:nvSpPr>
        <dsp:cNvPr id="7" name="矩形 6" hidden="1"/>
        <dsp:cNvSpPr/>
      </dsp:nvSpPr>
      <dsp:spPr>
        <a:xfrm>
          <a:off x="0" y="1009218"/>
          <a:ext cx="144658" cy="361644"/>
        </a:xfrm>
        <a:prstGeom prst="rect">
          <a:avLst/>
        </a:prstGeom>
      </dsp:spPr>
      <dsp:txXfrm>
        <a:off x="0" y="1009218"/>
        <a:ext cx="144658" cy="361644"/>
      </dsp:txXfrm>
    </dsp:sp>
    <dsp:sp modelId="{91C716E6-9274-4B32-9CAB-289E04587122}">
      <dsp:nvSpPr>
        <dsp:cNvPr id="10" name="矩形 9" hidden="1"/>
        <dsp:cNvSpPr/>
      </dsp:nvSpPr>
      <dsp:spPr>
        <a:xfrm>
          <a:off x="1117113" y="1009218"/>
          <a:ext cx="144658" cy="361644"/>
        </a:xfrm>
        <a:prstGeom prst="rect">
          <a:avLst/>
        </a:prstGeom>
      </dsp:spPr>
      <dsp:txXfrm>
        <a:off x="1117113" y="1009218"/>
        <a:ext cx="144658" cy="361644"/>
      </dsp:txXfrm>
    </dsp:sp>
    <dsp:sp modelId="{BBCB8C5B-9EFE-45CE-B157-9370358CE213}">
      <dsp:nvSpPr>
        <dsp:cNvPr id="13" name="矩形 12" hidden="1"/>
        <dsp:cNvSpPr/>
      </dsp:nvSpPr>
      <dsp:spPr>
        <a:xfrm>
          <a:off x="2234226" y="1009218"/>
          <a:ext cx="144658" cy="361644"/>
        </a:xfrm>
        <a:prstGeom prst="rect">
          <a:avLst/>
        </a:prstGeom>
      </dsp:spPr>
      <dsp:txXfrm>
        <a:off x="2234226" y="1009218"/>
        <a:ext cx="144658" cy="36164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dstNode" val="node"/>
                    <dgm:param type="begSty" val="noArr"/>
                    <dgm:param type="endSty" val="noArr"/>
                    <dgm:param type="connRout" val="curve"/>
                    <dgm:param type="begPts" val="ctr"/>
                    <dgm:param type="endPts" val="ctr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srcNode" val="dummyConnPt"/>
                    <dgm:param type="dstNode" val="dummyConnPt"/>
                    <dgm:param type="begSty" val="noArr"/>
                    <dgm:param type="endSty" val="noArr"/>
                    <dgm:param type="connRout" val="longCurve"/>
                    <dgm:param type="begPts" val="bCtr"/>
                    <dgm:param type="endPts" val="tCtr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linDir" val="fromT"/>
                  <dgm:param type="chAlign" val="r"/>
                </dgm:alg>
              </dgm:if>
              <dgm:if name="Name23" func="var" arg="hierBranch" op="equ" val="r">
                <dgm:alg type="hierChild">
                  <dgm:param type="linDir" val="fromT"/>
                  <dgm:param type="chAlign" val="l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linDir" val="fromL"/>
                      <dgm:param type="chAlign" val="l"/>
                      <dgm:param type="secLinDir" val="fromT"/>
                      <dgm:param type="secChAlign" val="t"/>
                    </dgm:alg>
                  </dgm:if>
                  <dgm:else name="Name27">
                    <dgm:alg type="hierChild">
                      <dgm:param type="linDir" val="fromR"/>
                      <dgm:param type="chAlign" val="l"/>
                      <dgm:param type="secLinDir" val="fromT"/>
                      <dgm:param type="secChAlign" val="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dim" val="1D"/>
                                    <dgm:param type="endSty" val="noArr"/>
                                    <dgm:param type="connRout" val="bend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srcNode" val="rootConnector"/>
                                    <dgm:param type="dim" val="1D"/>
                                    <dgm:param type="endSty" val="noArr"/>
                                    <dgm:param type="connRout" val="bend"/>
                                    <dgm:param type="begPts" val="bCtr"/>
                                    <dgm:param type="endPts" val="midL mid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dim" val="1D"/>
                                <dgm:param type="endSty" val="noArr"/>
                                <dgm:param type="connRout" val="bend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dim" val="1D"/>
                                <dgm:param type="endSty" val="noArr"/>
                                <dgm:param type="connRout" val="bend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srcNode" val="rootConnector1"/>
                                <dgm:param type="dim" val="1D"/>
                                <dgm:param type="endSty" val="noArr"/>
                                <dgm:param type="connRout" val="bend"/>
                                <dgm:param type="begPts" val="bCtr"/>
                                <dgm:param type="endPts" val="midL midR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dim" val="1D"/>
                                <dgm:param type="endSty" val="noArr"/>
                                <dgm:param type="connRout" val="bend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srcNode" val="rootConnector"/>
                                <dgm:param type="dim" val="1D"/>
                                <dgm:param type="endSty" val="noArr"/>
                                <dgm:param type="connRout" val="bend"/>
                                <dgm:param type="begPts" val="bCtr"/>
                                <dgm:param type="endPts" val="midL mid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linDir" val="fromT"/>
                        <dgm:param type="chAlign" val="r"/>
                      </dgm:alg>
                    </dgm:if>
                    <dgm:if name="Name85" func="var" arg="hierBranch" op="equ" val="r">
                      <dgm:alg type="hierChild">
                        <dgm:param type="linDir" val="fromT"/>
                        <dgm:param type="chAlign" val="l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linDir" val="fromL"/>
                            <dgm:param type="chAlign" val="l"/>
                            <dgm:param type="secLinDir" val="fromT"/>
                            <dgm:param type="secChAlign" val="t"/>
                          </dgm:alg>
                        </dgm:if>
                        <dgm:else name="Name89">
                          <dgm:alg type="hierChild">
                            <dgm:param type="linDir" val="fromR"/>
                            <dgm:param type="chAlign" val="l"/>
                            <dgm:param type="secLinDir" val="fromT"/>
                            <dgm:param type="secChAlign" val="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linDir" val="fromL"/>
                        <dgm:param type="chAlign" val="l"/>
                        <dgm:param type="secLinDir" val="fromT"/>
                        <dgm:param type="secChAlign" val="t"/>
                      </dgm:alg>
                    </dgm:if>
                    <dgm:else name="Name105">
                      <dgm:alg type="hierChild">
                        <dgm:param type="linDir" val="fromR"/>
                        <dgm:param type="chAlign" val="l"/>
                        <dgm:param type="secLinDir" val="fromT"/>
                        <dgm:param type="secChAlign" val="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linDir" val="fromL"/>
                  <dgm:param type="chAlign" val="l"/>
                  <dgm:param type="secLinDir" val="fromT"/>
                  <dgm:param type="secChAlign" val="t"/>
                </dgm:alg>
              </dgm:if>
              <dgm:else name="Name109">
                <dgm:alg type="hierChild">
                  <dgm:param type="linDir" val="fromR"/>
                  <dgm:param type="chAlign" val="l"/>
                  <dgm:param type="secLinDir" val="fromT"/>
                  <dgm:param type="secChAlign" val="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dim" val="1D"/>
                    <dgm:param type="endSty" val="noArr"/>
                    <dgm:param type="connRout" val="bend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linDir" val="fromT"/>
                        <dgm:param type="chAlign" val="r"/>
                      </dgm:alg>
                    </dgm:if>
                    <dgm:if name="Name129" func="var" arg="hierBranch" op="equ" val="r">
                      <dgm:alg type="hierChild">
                        <dgm:param type="linDir" val="fromT"/>
                        <dgm:param type="chAlign" val="l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linDir" val="fromL"/>
                            <dgm:param type="chAlign" val="l"/>
                            <dgm:param type="secLinDir" val="fromT"/>
                            <dgm:param type="secChAlign" val="t"/>
                          </dgm:alg>
                        </dgm:if>
                        <dgm:else name="Name133">
                          <dgm:alg type="hierChild">
                            <dgm:param type="linDir" val="fromR"/>
                            <dgm:param type="chAlign" val="l"/>
                            <dgm:param type="secLinDir" val="fromT"/>
                            <dgm:param type="secChAlign" val="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linDir" val="fromL"/>
                        <dgm:param type="chAlign" val="l"/>
                        <dgm:param type="secLinDir" val="fromT"/>
                        <dgm:param type="secChAlign" val="t"/>
                      </dgm:alg>
                    </dgm:if>
                    <dgm:else name="Name146">
                      <dgm:alg type="hierChild">
                        <dgm:param type="linDir" val="fromR"/>
                        <dgm:param type="chAlign" val="l"/>
                        <dgm:param type="secLinDir" val="fromT"/>
                        <dgm:param type="secChAlign" val="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#1">
  <dgm:title val=""/>
  <dgm:desc val=""/>
  <dgm:catLst>
    <dgm:cat type="simple" pri="102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Relationship Id="rId3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Relationship Id="rId3" Type="http://schemas.openxmlformats.org/officeDocument/2006/relationships/image" Target="../media/image4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背景图案&#10;&#10;AI 生成的内容可能不正确。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0"/>
            <a:ext cx="12191999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810324" y="1735486"/>
            <a:ext cx="7977415" cy="1933071"/>
          </a:xfrm>
        </p:spPr>
        <p:txBody>
          <a:bodyPr anchor="b"/>
          <a:lstStyle>
            <a:lvl1pPr algn="l">
              <a:lnSpc>
                <a:spcPct val="100000"/>
              </a:lnSpc>
              <a:defRPr sz="6000" b="0" i="0">
                <a:solidFill>
                  <a:schemeClr val="bg1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</a:defRPr>
            </a:lvl1pPr>
          </a:lstStyle>
          <a:p>
            <a:r>
              <a:rPr kumimoji="1" lang="zh-CN" altLang="en-US" dirty="0"/>
              <a:t>单击此处编辑母版</a:t>
            </a:r>
            <a:br>
              <a:rPr kumimoji="1" lang="en-US" altLang="zh-CN" dirty="0"/>
            </a:br>
            <a:r>
              <a:rPr kumimoji="1" lang="zh-CN" altLang="en-US" dirty="0"/>
              <a:t>标题样式</a:t>
            </a:r>
            <a:endParaRPr kumimoji="1"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810325" y="4644384"/>
            <a:ext cx="5084957" cy="412596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000" b="0" i="0">
                <a:solidFill>
                  <a:schemeClr val="bg1"/>
                </a:solidFill>
                <a:latin typeface="OPPOSans M" pitchFamily="18" charset="-122"/>
                <a:ea typeface="OPPOSans M" pitchFamily="18" charset="-122"/>
                <a:cs typeface="OPPOSans M" pitchFamily="18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 dirty="0"/>
              <a:t>单击此处编辑母版副标题样式</a:t>
            </a:r>
            <a:endParaRPr kumimoji="1" lang="zh-CN" altLang="en-US" dirty="0"/>
          </a:p>
        </p:txBody>
      </p:sp>
      <p:pic>
        <p:nvPicPr>
          <p:cNvPr id="8" name="图片 7" descr="画着卡通图案&#10;&#10;AI 生成的内容可能不正确。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0706" y="400635"/>
            <a:ext cx="2809907" cy="58752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C24D9-A620-1D4B-861E-F9AC4B10865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59307-CD76-2C47-9BB5-DDF68613BC5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C24D9-A620-1D4B-861E-F9AC4B10865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59307-CD76-2C47-9BB5-DDF68613BC5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bg>
      <p:bgPr>
        <a:solidFill>
          <a:srgbClr val="0021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93595" y="412157"/>
            <a:ext cx="8049321" cy="48236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3200" b="0" i="0">
                <a:solidFill>
                  <a:schemeClr val="bg1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49273" y="492641"/>
            <a:ext cx="351358" cy="321400"/>
          </a:xfrm>
          <a:prstGeom prst="rect">
            <a:avLst/>
          </a:prstGeom>
        </p:spPr>
      </p:pic>
      <p:pic>
        <p:nvPicPr>
          <p:cNvPr id="11" name="图片 10" descr="画着卡通图案&#10;&#10;AI 生成的内容可能不正确。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879980" y="320898"/>
            <a:ext cx="1962747" cy="4103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/>
          <p:cNvSpPr>
            <a:spLocks noGrp="1"/>
          </p:cNvSpPr>
          <p:nvPr>
            <p:ph type="title"/>
          </p:nvPr>
        </p:nvSpPr>
        <p:spPr>
          <a:xfrm>
            <a:off x="793595" y="412157"/>
            <a:ext cx="8049321" cy="48236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3200" b="0" i="0">
                <a:solidFill>
                  <a:srgbClr val="002159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49273" y="492641"/>
            <a:ext cx="351358" cy="321400"/>
          </a:xfrm>
          <a:prstGeom prst="rect">
            <a:avLst/>
          </a:prstGeom>
        </p:spPr>
      </p:pic>
      <p:pic>
        <p:nvPicPr>
          <p:cNvPr id="13" name="图片 12" descr="图片包含 徽标&#10;&#10;AI 生成的内容可能不正确。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879980" y="320898"/>
            <a:ext cx="1962747" cy="41054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C24D9-A620-1D4B-861E-F9AC4B10865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59307-CD76-2C47-9BB5-DDF68613BC5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C24D9-A620-1D4B-861E-F9AC4B10865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59307-CD76-2C47-9BB5-DDF68613BC5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C24D9-A620-1D4B-861E-F9AC4B10865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59307-CD76-2C47-9BB5-DDF68613BC5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C24D9-A620-1D4B-861E-F9AC4B10865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59307-CD76-2C47-9BB5-DDF68613BC5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C24D9-A620-1D4B-861E-F9AC4B10865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59307-CD76-2C47-9BB5-DDF68613BC5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C24D9-A620-1D4B-861E-F9AC4B10865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59307-CD76-2C47-9BB5-DDF68613BC5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6C24D9-A620-1D4B-861E-F9AC4B10865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059307-CD76-2C47-9BB5-DDF68613BC5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5.jpe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svg"/><Relationship Id="rId7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diagramData" Target="../diagrams/data1.xml"/><Relationship Id="rId2" Type="http://schemas.openxmlformats.org/officeDocument/2006/relationships/diagramLayout" Target="../diagrams/layout1.xml"/><Relationship Id="rId3" Type="http://schemas.openxmlformats.org/officeDocument/2006/relationships/diagramQuickStyle" Target="../diagrams/quickStyle1.xml"/><Relationship Id="rId4" Type="http://schemas.openxmlformats.org/officeDocument/2006/relationships/diagramColors" Target="../diagrams/colors1.xml"/><Relationship Id="rId5" Type="http://schemas.microsoft.com/office/2007/relationships/diagramDrawing" Target="../diagrams/drawing1.xml"/><Relationship Id="rId6" Type="http://schemas.openxmlformats.org/officeDocument/2006/relationships/diagramData" Target="../diagrams/data2.xml"/><Relationship Id="rId7" Type="http://schemas.openxmlformats.org/officeDocument/2006/relationships/diagramLayout" Target="../diagrams/layout2.xml"/><Relationship Id="rId8" Type="http://schemas.openxmlformats.org/officeDocument/2006/relationships/diagramQuickStyle" Target="../diagrams/quickStyle2.xml"/><Relationship Id="rId9" Type="http://schemas.openxmlformats.org/officeDocument/2006/relationships/diagramColors" Target="../diagrams/colors2.xml"/><Relationship Id="rId10" Type="http://schemas.microsoft.com/office/2007/relationships/diagramDrawing" Target="../diagrams/drawing2.xml"/><Relationship Id="rId11" Type="http://schemas.openxmlformats.org/officeDocument/2006/relationships/image" Target="../media/image15.png"/><Relationship Id="rId12" Type="http://schemas.openxmlformats.org/officeDocument/2006/relationships/image" Target="../media/image16.svg"/><Relationship Id="rId13" Type="http://schemas.openxmlformats.org/officeDocument/2006/relationships/image" Target="../media/image17.png"/><Relationship Id="rId14" Type="http://schemas.openxmlformats.org/officeDocument/2006/relationships/image" Target="../media/image18.svg"/><Relationship Id="rId15" Type="http://schemas.openxmlformats.org/officeDocument/2006/relationships/image" Target="../media/image19.png"/><Relationship Id="rId16" Type="http://schemas.openxmlformats.org/officeDocument/2006/relationships/image" Target="../media/image20.svg"/><Relationship Id="rId17" Type="http://schemas.openxmlformats.org/officeDocument/2006/relationships/image" Target="../media/image21.png"/><Relationship Id="rId18" Type="http://schemas.openxmlformats.org/officeDocument/2006/relationships/image" Target="../media/image22.svg"/><Relationship Id="rId19" Type="http://schemas.openxmlformats.org/officeDocument/2006/relationships/image" Target="../media/image23.png"/><Relationship Id="rId20" Type="http://schemas.openxmlformats.org/officeDocument/2006/relationships/image" Target="../media/image24.svg"/><Relationship Id="rId21" Type="http://schemas.openxmlformats.org/officeDocument/2006/relationships/image" Target="../media/image25.png"/><Relationship Id="rId22" Type="http://schemas.openxmlformats.org/officeDocument/2006/relationships/image" Target="../media/image26.svg"/><Relationship Id="rId23" Type="http://schemas.openxmlformats.org/officeDocument/2006/relationships/image" Target="../media/image27.png"/><Relationship Id="rId24" Type="http://schemas.openxmlformats.org/officeDocument/2006/relationships/slideLayout" Target="../slideLayouts/slideLayout5.xml"/><Relationship Id="rId25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diagramData" Target="../diagrams/data3.xml"/><Relationship Id="rId3" Type="http://schemas.openxmlformats.org/officeDocument/2006/relationships/diagramLayout" Target="../diagrams/layout3.xml"/><Relationship Id="rId4" Type="http://schemas.openxmlformats.org/officeDocument/2006/relationships/diagramQuickStyle" Target="../diagrams/quickStyle3.xml"/><Relationship Id="rId5" Type="http://schemas.openxmlformats.org/officeDocument/2006/relationships/diagramColors" Target="../diagrams/colors3.xml"/><Relationship Id="rId6" Type="http://schemas.microsoft.com/office/2007/relationships/diagramDrawing" Target="../diagrams/drawing3.xml"/><Relationship Id="rId7" Type="http://schemas.openxmlformats.org/officeDocument/2006/relationships/image" Target="../media/image29.png"/><Relationship Id="rId8" Type="http://schemas.openxmlformats.org/officeDocument/2006/relationships/image" Target="../media/image30.jpeg"/><Relationship Id="rId9" Type="http://schemas.openxmlformats.org/officeDocument/2006/relationships/image" Target="../media/image31.png"/><Relationship Id="rId10" Type="http://schemas.openxmlformats.org/officeDocument/2006/relationships/image" Target="../media/image32.svg"/><Relationship Id="rId11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image" Target="../media/image33.png"/><Relationship Id="rId3" Type="http://schemas.openxmlformats.org/officeDocument/2006/relationships/slideLayout" Target="../slideLayouts/slideLayou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34.png"/><Relationship Id="rId2" Type="http://schemas.openxmlformats.org/officeDocument/2006/relationships/image" Target="../media/image35.png"/><Relationship Id="rId3" Type="http://schemas.openxmlformats.org/officeDocument/2006/relationships/slideLayout" Target="../slideLayouts/slideLayou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30.jpeg"/><Relationship Id="rId2" Type="http://schemas.openxmlformats.org/officeDocument/2006/relationships/image" Target="../media/image31.png"/><Relationship Id="rId3" Type="http://schemas.openxmlformats.org/officeDocument/2006/relationships/image" Target="../media/image32.svg"/><Relationship Id="rId4" Type="http://schemas.openxmlformats.org/officeDocument/2006/relationships/slideLayout" Target="../slideLayouts/slideLayou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33.png"/><Relationship Id="rId2" Type="http://schemas.openxmlformats.org/officeDocument/2006/relationships/image" Target="../media/image36.png"/><Relationship Id="rId3" Type="http://schemas.openxmlformats.org/officeDocument/2006/relationships/slideLayout" Target="../slideLayouts/slideLayou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37.jpeg"/><Relationship Id="rId2" Type="http://schemas.openxmlformats.org/officeDocument/2006/relationships/slideLayout" Target="../slideLayouts/slideLayout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hyperlink" Target="https://github.com/asimfish/goai_research&#13;" TargetMode="External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slideLayout" Target="../slideLayouts/slideLayout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41.png"/><Relationship Id="rId2" Type="http://schemas.openxmlformats.org/officeDocument/2006/relationships/image" Target="../media/image42.jpeg"/><Relationship Id="rId3" Type="http://schemas.openxmlformats.org/officeDocument/2006/relationships/image" Target="../media/image43.png"/><Relationship Id="rId4" Type="http://schemas.openxmlformats.org/officeDocument/2006/relationships/image" Target="../media/image44.png"/><Relationship Id="rId5" Type="http://schemas.openxmlformats.org/officeDocument/2006/relationships/slideLayout" Target="../slideLayouts/slideLayout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4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46.jpeg"/><Relationship Id="rId2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画着卡通图案&#10;&#10;AI 生成的内容可能不正确。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553" y="413513"/>
            <a:ext cx="3196270" cy="668311"/>
          </a:xfrm>
          <a:prstGeom prst="rect">
            <a:avLst/>
          </a:prstGeom>
        </p:spPr>
      </p:pic>
      <p:sp>
        <p:nvSpPr>
          <p:cNvPr id="4" name="标题 1"/>
          <p:cNvSpPr txBox="1"/>
          <p:nvPr/>
        </p:nvSpPr>
        <p:spPr>
          <a:xfrm>
            <a:off x="345602" y="1806738"/>
            <a:ext cx="7977415" cy="1933071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kumimoji="1" lang="zh-CN" altLang="en-US" sz="5400" dirty="0">
                <a:solidFill>
                  <a:schemeClr val="bg1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</a:rPr>
              <a:t>世界人工智能开源大赛</a:t>
            </a:r>
            <a:br>
              <a:rPr kumimoji="1" lang="en-US" altLang="zh-CN" sz="5400" dirty="0">
                <a:solidFill>
                  <a:schemeClr val="bg1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</a:rPr>
            </a:br>
            <a:r>
              <a:rPr kumimoji="1" lang="zh-CN" altLang="en-US" sz="5400" dirty="0">
                <a:solidFill>
                  <a:schemeClr val="bg1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</a:rPr>
              <a:t>赛事发布与解读</a:t>
            </a:r>
            <a:endParaRPr kumimoji="1" lang="zh-CN" altLang="en-US" sz="5400" dirty="0">
              <a:solidFill>
                <a:schemeClr val="bg1"/>
              </a:solidFill>
              <a:latin typeface="OPPOSans B" pitchFamily="18" charset="-122"/>
              <a:ea typeface="OPPOSans B" pitchFamily="18" charset="-122"/>
              <a:cs typeface="OPPOSans B" pitchFamily="18" charset="-122"/>
            </a:endParaRPr>
          </a:p>
        </p:txBody>
      </p:sp>
      <p:sp>
        <p:nvSpPr>
          <p:cNvPr id="5" name="副标题 2"/>
          <p:cNvSpPr txBox="1"/>
          <p:nvPr/>
        </p:nvSpPr>
        <p:spPr>
          <a:xfrm>
            <a:off x="345602" y="4644384"/>
            <a:ext cx="5084957" cy="41259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1" lang="zh-CN" altLang="en-US" sz="2400" dirty="0">
                <a:solidFill>
                  <a:schemeClr val="bg1"/>
                </a:solidFill>
                <a:latin typeface="OPPOSans M" pitchFamily="18" charset="-122"/>
                <a:ea typeface="OPPOSans M" pitchFamily="18" charset="-122"/>
                <a:cs typeface="OPPOSans M" pitchFamily="18" charset="-122"/>
              </a:rPr>
              <a:t>演讲人：公司</a:t>
            </a:r>
            <a:r>
              <a:rPr kumimoji="1" lang="en-US" altLang="zh-CN" sz="2400" dirty="0">
                <a:solidFill>
                  <a:schemeClr val="bg1"/>
                </a:solidFill>
                <a:latin typeface="OPPOSans M" pitchFamily="18" charset="-122"/>
                <a:ea typeface="OPPOSans M" pitchFamily="18" charset="-122"/>
                <a:cs typeface="OPPOSans M" pitchFamily="18" charset="-122"/>
              </a:rPr>
              <a:t>/</a:t>
            </a:r>
            <a:r>
              <a:rPr kumimoji="1" lang="zh-CN" altLang="en-US" sz="2400" dirty="0">
                <a:solidFill>
                  <a:schemeClr val="bg1"/>
                </a:solidFill>
                <a:latin typeface="OPPOSans M" pitchFamily="18" charset="-122"/>
                <a:ea typeface="OPPOSans M" pitchFamily="18" charset="-122"/>
                <a:cs typeface="OPPOSans M" pitchFamily="18" charset="-122"/>
              </a:rPr>
              <a:t>公司职位 </a:t>
            </a:r>
            <a:endParaRPr kumimoji="1" lang="zh-CN" altLang="en-US" sz="2400" dirty="0">
              <a:solidFill>
                <a:schemeClr val="bg1"/>
              </a:solidFill>
              <a:latin typeface="OPPOSans M" pitchFamily="18" charset="-122"/>
              <a:ea typeface="OPPOSans M" pitchFamily="18" charset="-122"/>
              <a:cs typeface="OPPOSans M" pitchFamily="18" charset="-122"/>
            </a:endParaRPr>
          </a:p>
        </p:txBody>
      </p:sp>
      <p:pic>
        <p:nvPicPr>
          <p:cNvPr id="7" name="图片 6" descr="图片包含 图标&#10;&#10;AI 生成的内容可能不正确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图片 7" descr="背景图案&#10;&#10;AI 生成的内容可能不正确。"/>
          <p:cNvPicPr>
            <a:picLocks noChangeAspect="1"/>
          </p:cNvPicPr>
          <p:nvPr/>
        </p:nvPicPr>
        <p:blipFill>
          <a:blip r:embed="rId3"/>
          <a:srcRect r="40221"/>
          <a:stretch>
            <a:fillRect/>
          </a:stretch>
        </p:blipFill>
        <p:spPr>
          <a:xfrm>
            <a:off x="8322911" y="176844"/>
            <a:ext cx="3869089" cy="6504313"/>
          </a:xfrm>
          <a:prstGeom prst="rect">
            <a:avLst/>
          </a:prstGeom>
        </p:spPr>
      </p:pic>
      <p:pic>
        <p:nvPicPr>
          <p:cNvPr id="9" name="图片 8" descr="画着卡通图案&#10;&#10;AI 生成的内容可能不正确。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523" y="522369"/>
            <a:ext cx="3196270" cy="668311"/>
          </a:xfrm>
          <a:prstGeom prst="rect">
            <a:avLst/>
          </a:prstGeom>
        </p:spPr>
      </p:pic>
      <p:sp>
        <p:nvSpPr>
          <p:cNvPr id="10" name="标题 1"/>
          <p:cNvSpPr txBox="1"/>
          <p:nvPr/>
        </p:nvSpPr>
        <p:spPr>
          <a:xfrm>
            <a:off x="389255" y="1958975"/>
            <a:ext cx="9846945" cy="268605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kumimoji="1" lang="zh-CN" altLang="en-US" b="1" dirty="0">
                <a:solidFill>
                  <a:schemeClr val="bg1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</a:rPr>
              <a:t>赛道</a:t>
            </a:r>
            <a:r>
              <a:rPr kumimoji="1" lang="en-US" altLang="zh-CN" b="1" dirty="0">
                <a:solidFill>
                  <a:schemeClr val="bg1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</a:rPr>
              <a:t> </a:t>
            </a:r>
            <a:r>
              <a:rPr kumimoji="1" lang="zh-CN" altLang="en-US" b="1" dirty="0">
                <a:solidFill>
                  <a:schemeClr val="bg1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</a:rPr>
              <a:t>三</a:t>
            </a:r>
            <a:r>
              <a:rPr kumimoji="1" lang="en-US" altLang="zh-CN" b="1" dirty="0">
                <a:solidFill>
                  <a:schemeClr val="bg1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</a:rPr>
              <a:t> </a:t>
            </a:r>
            <a:r>
              <a:rPr kumimoji="1" lang="zh-CN" altLang="en-US" b="1" dirty="0">
                <a:solidFill>
                  <a:schemeClr val="bg1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</a:rPr>
              <a:t>丨路演</a:t>
            </a:r>
            <a:r>
              <a:rPr kumimoji="1" lang="zh-CN" altLang="en-US" b="1" dirty="0">
                <a:solidFill>
                  <a:schemeClr val="bg1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</a:rPr>
              <a:t>答辩</a:t>
            </a:r>
            <a:endParaRPr kumimoji="1" lang="zh-CN" altLang="en-US" b="1" dirty="0">
              <a:solidFill>
                <a:schemeClr val="bg1"/>
              </a:solidFill>
              <a:latin typeface="OPPOSans B" pitchFamily="18" charset="-122"/>
              <a:ea typeface="OPPOSans B" pitchFamily="18" charset="-122"/>
              <a:cs typeface="OPPOSans B" pitchFamily="18" charset="-122"/>
            </a:endParaRPr>
          </a:p>
          <a:p>
            <a:pPr>
              <a:lnSpc>
                <a:spcPct val="120000"/>
              </a:lnSpc>
            </a:pPr>
            <a:r>
              <a:rPr kumimoji="1" lang="zh-CN" altLang="en-US" b="1" dirty="0">
                <a:solidFill>
                  <a:schemeClr val="bg1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  <a:sym typeface="+mn-ea"/>
              </a:rPr>
              <a:t>作品名：</a:t>
            </a:r>
            <a:r>
              <a:rPr kumimoji="1" lang="en-US" altLang="zh-CN" b="1" dirty="0">
                <a:solidFill>
                  <a:schemeClr val="bg1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  <a:sym typeface="+mn-ea"/>
              </a:rPr>
              <a:t>SAGE-Mat:</a:t>
            </a:r>
            <a:r>
              <a:rPr kumimoji="1" lang="zh-CN" altLang="en-US" b="1" dirty="0">
                <a:solidFill>
                  <a:schemeClr val="bg1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  <a:sym typeface="+mn-ea"/>
              </a:rPr>
              <a:t>面向无机材料发现与合成规划的证据约束自循环智能体</a:t>
            </a:r>
            <a:endParaRPr kumimoji="1" lang="zh-CN" altLang="en-US" b="1" dirty="0">
              <a:solidFill>
                <a:schemeClr val="bg1"/>
              </a:solidFill>
              <a:latin typeface="OPPOSans B" pitchFamily="18" charset="-122"/>
              <a:ea typeface="OPPOSans B" pitchFamily="18" charset="-122"/>
              <a:cs typeface="OPPOSans B" pitchFamily="18" charset="-122"/>
              <a:sym typeface="+mn-ea"/>
            </a:endParaRPr>
          </a:p>
          <a:p>
            <a:pPr>
              <a:lnSpc>
                <a:spcPct val="120000"/>
              </a:lnSpc>
            </a:pPr>
            <a:endParaRPr kumimoji="1" lang="en-US" altLang="zh-CN" b="1" dirty="0">
              <a:solidFill>
                <a:schemeClr val="bg1"/>
              </a:solidFill>
              <a:latin typeface="OPPOSans B" pitchFamily="18" charset="-122"/>
              <a:ea typeface="OPPOSans B" pitchFamily="18" charset="-122"/>
              <a:cs typeface="OPPOSans B" pitchFamily="18" charset="-122"/>
            </a:endParaRPr>
          </a:p>
        </p:txBody>
      </p:sp>
      <p:sp>
        <p:nvSpPr>
          <p:cNvPr id="11" name="副标题 2"/>
          <p:cNvSpPr txBox="1"/>
          <p:nvPr/>
        </p:nvSpPr>
        <p:spPr>
          <a:xfrm>
            <a:off x="389144" y="4796784"/>
            <a:ext cx="5084957" cy="41259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1" lang="zh-CN" altLang="en-US" sz="3200" b="1" dirty="0">
                <a:solidFill>
                  <a:schemeClr val="bg1"/>
                </a:solidFill>
                <a:latin typeface="OPPOSans M" pitchFamily="18" charset="-122"/>
                <a:ea typeface="OPPOSans M" pitchFamily="18" charset="-122"/>
                <a:cs typeface="OPPOSans M" pitchFamily="18" charset="-122"/>
              </a:rPr>
              <a:t>团队名：科学</a:t>
            </a:r>
            <a:r>
              <a:rPr kumimoji="1" lang="zh-CN" altLang="en-US" sz="3200" b="1" dirty="0">
                <a:solidFill>
                  <a:schemeClr val="bg1"/>
                </a:solidFill>
                <a:latin typeface="OPPOSans M" pitchFamily="18" charset="-122"/>
                <a:ea typeface="OPPOSans M" pitchFamily="18" charset="-122"/>
                <a:cs typeface="OPPOSans M" pitchFamily="18" charset="-122"/>
              </a:rPr>
              <a:t>无极 </a:t>
            </a:r>
            <a:endParaRPr kumimoji="1" lang="zh-CN" altLang="en-US" sz="3200" b="1" dirty="0">
              <a:solidFill>
                <a:schemeClr val="bg1"/>
              </a:solidFill>
              <a:latin typeface="OPPOSans M" pitchFamily="18" charset="-122"/>
              <a:ea typeface="OPPOSans M" pitchFamily="18" charset="-122"/>
              <a:cs typeface="OPPOSans M" pitchFamily="18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pic>
        <p:nvPicPr>
          <p:cNvPr id="5" name="内容占位符 4" descr="形状&#10;&#10;AI 生成的内容可能不正确。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7" name="文本框 6"/>
          <p:cNvSpPr txBox="1"/>
          <p:nvPr/>
        </p:nvSpPr>
        <p:spPr>
          <a:xfrm>
            <a:off x="477058" y="576587"/>
            <a:ext cx="21819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spc="886" dirty="0">
                <a:solidFill>
                  <a:schemeClr val="bg1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</a:rPr>
              <a:t>目录</a:t>
            </a:r>
            <a:endParaRPr kumimoji="1" lang="zh-CN" altLang="en-US" sz="5400" spc="886" dirty="0">
              <a:solidFill>
                <a:schemeClr val="bg1"/>
              </a:solidFill>
              <a:latin typeface="OPPOSans B" pitchFamily="18" charset="-122"/>
              <a:ea typeface="OPPOSans B" pitchFamily="18" charset="-122"/>
              <a:cs typeface="OPPOSans B" pitchFamily="18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23926" y="1434856"/>
            <a:ext cx="20882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GB" altLang="zh-CN" sz="2400" dirty="0">
                <a:solidFill>
                  <a:schemeClr val="bg1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</a:rPr>
              <a:t>CONTENTS</a:t>
            </a:r>
            <a:endParaRPr kumimoji="1" lang="zh-CN" altLang="en-US" sz="2400" dirty="0">
              <a:solidFill>
                <a:schemeClr val="bg1"/>
              </a:solidFill>
              <a:latin typeface="OPPOSans B" pitchFamily="18" charset="-122"/>
              <a:ea typeface="OPPOSans B" pitchFamily="18" charset="-122"/>
              <a:cs typeface="OPPOSans B" pitchFamily="18" charset="-122"/>
            </a:endParaRPr>
          </a:p>
        </p:txBody>
      </p:sp>
      <p:pic>
        <p:nvPicPr>
          <p:cNvPr id="9" name="图片 8" descr="画着卡通图案&#10;&#10;AI 生成的内容可能不正确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1986" y="320521"/>
            <a:ext cx="2395518" cy="500881"/>
          </a:xfrm>
          <a:prstGeom prst="rect">
            <a:avLst/>
          </a:prstGeom>
        </p:spPr>
      </p:pic>
      <p:sp>
        <p:nvSpPr>
          <p:cNvPr id="10" name="圆角矩形 9"/>
          <p:cNvSpPr/>
          <p:nvPr/>
        </p:nvSpPr>
        <p:spPr>
          <a:xfrm>
            <a:off x="4688367" y="1406652"/>
            <a:ext cx="6150618" cy="649161"/>
          </a:xfrm>
          <a:prstGeom prst="roundRect">
            <a:avLst>
              <a:gd name="adj" fmla="val 50000"/>
            </a:avLst>
          </a:prstGeom>
          <a:solidFill>
            <a:srgbClr val="1E78E6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11" name="文本框 10"/>
          <p:cNvSpPr txBox="1"/>
          <p:nvPr/>
        </p:nvSpPr>
        <p:spPr>
          <a:xfrm>
            <a:off x="5859921" y="1546566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chemeClr val="bg1"/>
                </a:solidFill>
                <a:latin typeface="OPPOSans M" pitchFamily="18" charset="-122"/>
                <a:ea typeface="OPPOSans M" pitchFamily="18" charset="-122"/>
                <a:cs typeface="OPPOSans M" pitchFamily="18" charset="-122"/>
              </a:rPr>
              <a:t>目录标题文案预留</a:t>
            </a:r>
            <a:endParaRPr kumimoji="1" lang="zh-CN" altLang="en-US" dirty="0">
              <a:solidFill>
                <a:schemeClr val="bg1"/>
              </a:solidFill>
              <a:latin typeface="OPPOSans M" pitchFamily="18" charset="-122"/>
              <a:ea typeface="OPPOSans M" pitchFamily="18" charset="-122"/>
              <a:cs typeface="OPPOSans M" pitchFamily="18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081345" y="1531177"/>
            <a:ext cx="4764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>
                <a:solidFill>
                  <a:srgbClr val="2AA0FF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</a:rPr>
              <a:t>01</a:t>
            </a:r>
            <a:endParaRPr kumimoji="1" lang="zh-CN" altLang="en-US" sz="2000" dirty="0">
              <a:solidFill>
                <a:srgbClr val="2AA0FF"/>
              </a:solidFill>
              <a:latin typeface="OPPOSans B" pitchFamily="18" charset="-122"/>
              <a:ea typeface="OPPOSans B" pitchFamily="18" charset="-122"/>
              <a:cs typeface="OPPOSans B" pitchFamily="18" charset="-122"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4688367" y="2229202"/>
            <a:ext cx="6150618" cy="649161"/>
          </a:xfrm>
          <a:prstGeom prst="roundRect">
            <a:avLst>
              <a:gd name="adj" fmla="val 50000"/>
            </a:avLst>
          </a:prstGeom>
          <a:solidFill>
            <a:srgbClr val="1E78E6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14" name="文本框 13"/>
          <p:cNvSpPr txBox="1"/>
          <p:nvPr/>
        </p:nvSpPr>
        <p:spPr>
          <a:xfrm>
            <a:off x="5859921" y="2369116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chemeClr val="bg1"/>
                </a:solidFill>
                <a:latin typeface="OPPOSans M" pitchFamily="18" charset="-122"/>
                <a:ea typeface="OPPOSans M" pitchFamily="18" charset="-122"/>
                <a:cs typeface="OPPOSans M" pitchFamily="18" charset="-122"/>
              </a:rPr>
              <a:t>目录标题文案预留</a:t>
            </a:r>
            <a:endParaRPr kumimoji="1" lang="zh-CN" altLang="en-US" dirty="0">
              <a:solidFill>
                <a:schemeClr val="bg1"/>
              </a:solidFill>
              <a:latin typeface="OPPOSans M" pitchFamily="18" charset="-122"/>
              <a:ea typeface="OPPOSans M" pitchFamily="18" charset="-122"/>
              <a:cs typeface="OPPOSans M" pitchFamily="18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5081345" y="2353727"/>
            <a:ext cx="5212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>
                <a:solidFill>
                  <a:srgbClr val="2AA0FF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</a:rPr>
              <a:t>02</a:t>
            </a:r>
            <a:endParaRPr kumimoji="1" lang="zh-CN" altLang="en-US" sz="2000" dirty="0">
              <a:solidFill>
                <a:srgbClr val="2AA0FF"/>
              </a:solidFill>
              <a:latin typeface="OPPOSans B" pitchFamily="18" charset="-122"/>
              <a:ea typeface="OPPOSans B" pitchFamily="18" charset="-122"/>
              <a:cs typeface="OPPOSans B" pitchFamily="18" charset="-122"/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4688367" y="3051752"/>
            <a:ext cx="6150618" cy="649161"/>
          </a:xfrm>
          <a:prstGeom prst="roundRect">
            <a:avLst>
              <a:gd name="adj" fmla="val 50000"/>
            </a:avLst>
          </a:prstGeom>
          <a:solidFill>
            <a:srgbClr val="1E78E6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17" name="文本框 16"/>
          <p:cNvSpPr txBox="1"/>
          <p:nvPr/>
        </p:nvSpPr>
        <p:spPr>
          <a:xfrm>
            <a:off x="5859921" y="3191666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chemeClr val="bg1"/>
                </a:solidFill>
                <a:latin typeface="OPPOSans M" pitchFamily="18" charset="-122"/>
                <a:ea typeface="OPPOSans M" pitchFamily="18" charset="-122"/>
                <a:cs typeface="OPPOSans M" pitchFamily="18" charset="-122"/>
              </a:rPr>
              <a:t>目录标题文案预留</a:t>
            </a:r>
            <a:endParaRPr kumimoji="1" lang="zh-CN" altLang="en-US" dirty="0">
              <a:solidFill>
                <a:schemeClr val="bg1"/>
              </a:solidFill>
              <a:latin typeface="OPPOSans M" pitchFamily="18" charset="-122"/>
              <a:ea typeface="OPPOSans M" pitchFamily="18" charset="-122"/>
              <a:cs typeface="OPPOSans M" pitchFamily="18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5081345" y="3176277"/>
            <a:ext cx="5212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>
                <a:solidFill>
                  <a:srgbClr val="2AA0FF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</a:rPr>
              <a:t>03</a:t>
            </a:r>
            <a:endParaRPr kumimoji="1" lang="zh-CN" altLang="en-US" sz="2000" dirty="0">
              <a:solidFill>
                <a:srgbClr val="2AA0FF"/>
              </a:solidFill>
              <a:latin typeface="OPPOSans B" pitchFamily="18" charset="-122"/>
              <a:ea typeface="OPPOSans B" pitchFamily="18" charset="-122"/>
              <a:cs typeface="OPPOSans B" pitchFamily="18" charset="-122"/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4688367" y="3874302"/>
            <a:ext cx="6150618" cy="649161"/>
          </a:xfrm>
          <a:prstGeom prst="roundRect">
            <a:avLst>
              <a:gd name="adj" fmla="val 50000"/>
            </a:avLst>
          </a:prstGeom>
          <a:solidFill>
            <a:srgbClr val="1E78E6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20" name="文本框 19"/>
          <p:cNvSpPr txBox="1"/>
          <p:nvPr/>
        </p:nvSpPr>
        <p:spPr>
          <a:xfrm>
            <a:off x="5859921" y="4014216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chemeClr val="bg1"/>
                </a:solidFill>
                <a:latin typeface="OPPOSans M" pitchFamily="18" charset="-122"/>
                <a:ea typeface="OPPOSans M" pitchFamily="18" charset="-122"/>
                <a:cs typeface="OPPOSans M" pitchFamily="18" charset="-122"/>
              </a:rPr>
              <a:t>目录标题文案预留</a:t>
            </a:r>
            <a:endParaRPr kumimoji="1" lang="zh-CN" altLang="en-US" dirty="0">
              <a:solidFill>
                <a:schemeClr val="bg1"/>
              </a:solidFill>
              <a:latin typeface="OPPOSans M" pitchFamily="18" charset="-122"/>
              <a:ea typeface="OPPOSans M" pitchFamily="18" charset="-122"/>
              <a:cs typeface="OPPOSans M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5081345" y="3998827"/>
            <a:ext cx="5212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>
                <a:solidFill>
                  <a:srgbClr val="2AA0FF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</a:rPr>
              <a:t>04</a:t>
            </a:r>
            <a:endParaRPr kumimoji="1" lang="zh-CN" altLang="en-US" sz="2000" dirty="0">
              <a:solidFill>
                <a:srgbClr val="2AA0FF"/>
              </a:solidFill>
              <a:latin typeface="OPPOSans B" pitchFamily="18" charset="-122"/>
              <a:ea typeface="OPPOSans B" pitchFamily="18" charset="-122"/>
              <a:cs typeface="OPPOSans B" pitchFamily="18" charset="-122"/>
            </a:endParaRPr>
          </a:p>
        </p:txBody>
      </p:sp>
      <p:sp>
        <p:nvSpPr>
          <p:cNvPr id="22" name="圆角矩形 21"/>
          <p:cNvSpPr/>
          <p:nvPr/>
        </p:nvSpPr>
        <p:spPr>
          <a:xfrm>
            <a:off x="4688367" y="4696852"/>
            <a:ext cx="6150618" cy="649161"/>
          </a:xfrm>
          <a:prstGeom prst="roundRect">
            <a:avLst>
              <a:gd name="adj" fmla="val 50000"/>
            </a:avLst>
          </a:prstGeom>
          <a:solidFill>
            <a:srgbClr val="1E78E6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23" name="文本框 22"/>
          <p:cNvSpPr txBox="1"/>
          <p:nvPr/>
        </p:nvSpPr>
        <p:spPr>
          <a:xfrm>
            <a:off x="5859921" y="4836766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chemeClr val="bg1"/>
                </a:solidFill>
                <a:latin typeface="OPPOSans M" pitchFamily="18" charset="-122"/>
                <a:ea typeface="OPPOSans M" pitchFamily="18" charset="-122"/>
                <a:cs typeface="OPPOSans M" pitchFamily="18" charset="-122"/>
              </a:rPr>
              <a:t>目录标题文案预留</a:t>
            </a:r>
            <a:endParaRPr kumimoji="1" lang="zh-CN" altLang="en-US" dirty="0">
              <a:solidFill>
                <a:schemeClr val="bg1"/>
              </a:solidFill>
              <a:latin typeface="OPPOSans M" pitchFamily="18" charset="-122"/>
              <a:ea typeface="OPPOSans M" pitchFamily="18" charset="-122"/>
              <a:cs typeface="OPPOSans M" pitchFamily="18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5081345" y="4821377"/>
            <a:ext cx="5212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>
                <a:solidFill>
                  <a:srgbClr val="2AA0FF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</a:rPr>
              <a:t>05</a:t>
            </a:r>
            <a:endParaRPr kumimoji="1" lang="zh-CN" altLang="en-US" sz="2000" dirty="0">
              <a:solidFill>
                <a:srgbClr val="2AA0FF"/>
              </a:solidFill>
              <a:latin typeface="OPPOSans B" pitchFamily="18" charset="-122"/>
              <a:ea typeface="OPPOSans B" pitchFamily="18" charset="-122"/>
              <a:cs typeface="OPPOSans B" pitchFamily="18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pic>
        <p:nvPicPr>
          <p:cNvPr id="5" name="内容占位符 4" descr="背景图案&#10;&#10;AI 生成的内容可能不正确。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6" name="文本框 5"/>
          <p:cNvSpPr txBox="1"/>
          <p:nvPr/>
        </p:nvSpPr>
        <p:spPr>
          <a:xfrm>
            <a:off x="838200" y="1555198"/>
            <a:ext cx="2372765" cy="24006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5000" dirty="0">
                <a:gradFill>
                  <a:gsLst>
                    <a:gs pos="7000">
                      <a:srgbClr val="2AA0FF"/>
                    </a:gs>
                    <a:gs pos="74000">
                      <a:srgbClr val="1E78E6">
                        <a:alpha val="0"/>
                      </a:srgbClr>
                    </a:gs>
                  </a:gsLst>
                  <a:lin ang="5400000" scaled="1"/>
                </a:gradFill>
                <a:latin typeface="OPPOSans B" pitchFamily="18" charset="-122"/>
                <a:ea typeface="OPPOSans B" pitchFamily="18" charset="-122"/>
                <a:cs typeface="OPPOSans B" pitchFamily="18" charset="-122"/>
              </a:rPr>
              <a:t>01</a:t>
            </a:r>
            <a:endParaRPr kumimoji="1" lang="zh-CN" altLang="en-US" sz="15000" dirty="0">
              <a:gradFill>
                <a:gsLst>
                  <a:gs pos="7000">
                    <a:srgbClr val="2AA0FF"/>
                  </a:gs>
                  <a:gs pos="74000">
                    <a:srgbClr val="1E78E6">
                      <a:alpha val="0"/>
                    </a:srgbClr>
                  </a:gs>
                </a:gsLst>
                <a:lin ang="5400000" scaled="1"/>
              </a:gradFill>
              <a:latin typeface="OPPOSans B" pitchFamily="18" charset="-122"/>
              <a:ea typeface="OPPOSans B" pitchFamily="18" charset="-122"/>
              <a:cs typeface="OPPOSans B" pitchFamily="18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38200" y="3060185"/>
            <a:ext cx="3545840" cy="9709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en-US" altLang="zh-CN" sz="5200" dirty="0">
                <a:solidFill>
                  <a:schemeClr val="bg1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</a:rPr>
              <a:t>XXXXXXXX</a:t>
            </a:r>
            <a:endParaRPr kumimoji="1" lang="en-US" altLang="zh-CN" sz="5200" dirty="0">
              <a:solidFill>
                <a:schemeClr val="bg1"/>
              </a:solidFill>
              <a:latin typeface="OPPOSans B" pitchFamily="18" charset="-122"/>
              <a:ea typeface="OPPOSans B" pitchFamily="18" charset="-122"/>
              <a:cs typeface="OPPOSans B" pitchFamily="18" charset="-122"/>
            </a:endParaRPr>
          </a:p>
        </p:txBody>
      </p:sp>
      <p:pic>
        <p:nvPicPr>
          <p:cNvPr id="9" name="图片 8" descr="画着卡通图案&#10;&#10;AI 生成的内容可能不正确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706" y="400635"/>
            <a:ext cx="2809907" cy="58752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5805" y="287697"/>
            <a:ext cx="8049321" cy="482368"/>
          </a:xfrm>
        </p:spPr>
        <p:txBody>
          <a:bodyPr/>
          <a:lstStyle/>
          <a:p>
            <a:r>
              <a:rPr kumimoji="1" lang="en-US" altLang="zh-CN" sz="2800" b="1" dirty="0">
                <a:solidFill>
                  <a:schemeClr val="tx1"/>
                </a:solidFill>
              </a:rPr>
              <a:t>SAGE-Mat：</a:t>
            </a:r>
            <a:r>
              <a:rPr kumimoji="1" lang="zh-CN" altLang="en-US" sz="2800" b="1" dirty="0">
                <a:solidFill>
                  <a:schemeClr val="tx1"/>
                </a:solidFill>
              </a:rPr>
              <a:t>从文献证据到实验流程</a:t>
            </a:r>
            <a:r>
              <a:rPr kumimoji="1" lang="en-US" altLang="zh-CN" sz="2800" b="1" dirty="0">
                <a:solidFill>
                  <a:schemeClr val="tx1"/>
                </a:solidFill>
              </a:rPr>
              <a:t>  （</a:t>
            </a:r>
            <a:r>
              <a:rPr kumimoji="1" lang="zh-CN" altLang="en-US" sz="2800" b="1" dirty="0">
                <a:solidFill>
                  <a:schemeClr val="tx1"/>
                </a:solidFill>
              </a:rPr>
              <a:t>项目概览</a:t>
            </a:r>
            <a:r>
              <a:rPr kumimoji="1" lang="en-US" altLang="zh-CN" sz="2800" b="1" dirty="0">
                <a:solidFill>
                  <a:schemeClr val="tx1"/>
                </a:solidFill>
              </a:rPr>
              <a:t>）</a:t>
            </a:r>
            <a:endParaRPr kumimoji="1" lang="en-US" altLang="zh-CN" sz="2800" b="1" dirty="0">
              <a:solidFill>
                <a:schemeClr val="tx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0" y="220345"/>
            <a:ext cx="420370" cy="617220"/>
          </a:xfrm>
          <a:prstGeom prst="rect">
            <a:avLst/>
          </a:prstGeom>
          <a:solidFill>
            <a:srgbClr val="0356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524510" y="220345"/>
            <a:ext cx="171450" cy="617220"/>
          </a:xfrm>
          <a:prstGeom prst="rect">
            <a:avLst/>
          </a:prstGeom>
          <a:solidFill>
            <a:srgbClr val="0356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99" name="图片 9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5595" y="1073150"/>
            <a:ext cx="4735195" cy="2670810"/>
          </a:xfrm>
          <a:prstGeom prst="rect">
            <a:avLst/>
          </a:prstGeom>
        </p:spPr>
      </p:pic>
      <p:grpSp>
        <p:nvGrpSpPr>
          <p:cNvPr id="120" name="Group 12"/>
          <p:cNvGrpSpPr/>
          <p:nvPr/>
        </p:nvGrpSpPr>
        <p:grpSpPr>
          <a:xfrm>
            <a:off x="5882005" y="1254760"/>
            <a:ext cx="2990850" cy="800100"/>
            <a:chOff x="685800" y="2324100"/>
            <a:chExt cx="2990850" cy="800100"/>
          </a:xfrm>
        </p:grpSpPr>
        <p:sp>
          <p:nvSpPr>
            <p:cNvPr id="121" name="Rectangle 7"/>
            <p:cNvSpPr/>
            <p:nvPr/>
          </p:nvSpPr>
          <p:spPr>
            <a:xfrm>
              <a:off x="685800" y="2324100"/>
              <a:ext cx="2400300" cy="800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22" name="Rectangle 8"/>
            <p:cNvSpPr/>
            <p:nvPr/>
          </p:nvSpPr>
          <p:spPr>
            <a:xfrm>
              <a:off x="685800" y="2324100"/>
              <a:ext cx="2400300" cy="38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3" name="TextBox 9"/>
            <p:cNvSpPr txBox="1"/>
            <p:nvPr/>
          </p:nvSpPr>
          <p:spPr>
            <a:xfrm>
              <a:off x="869442" y="2502218"/>
              <a:ext cx="15403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Segoe UI"/>
                  <a:ea typeface="微软雅黑"/>
                  <a:cs typeface="Segoe UI"/>
                </a:rPr>
                <a:t>历史文献与数据库</a:t>
              </a:r>
              <a:endParaRPr lang="zh-CN" sz="1350" b="1" dirty="0">
                <a:solidFill>
                  <a:schemeClr val="accent1"/>
                </a:solidFill>
                <a:latin typeface="Segoe UI"/>
                <a:ea typeface="微软雅黑"/>
                <a:cs typeface="Segoe UI"/>
              </a:endParaRPr>
            </a:p>
          </p:txBody>
        </p:sp>
        <p:sp>
          <p:nvSpPr>
            <p:cNvPr id="124" name="TextBox 10"/>
            <p:cNvSpPr txBox="1"/>
            <p:nvPr/>
          </p:nvSpPr>
          <p:spPr>
            <a:xfrm>
              <a:off x="870204" y="2766060"/>
              <a:ext cx="22253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Segoe UI"/>
                  <a:ea typeface="微软雅黑"/>
                  <a:cs typeface="Segoe UI"/>
                </a:rPr>
                <a:t>3.8 kw 篇全文 + 在线五源检索</a:t>
              </a:r>
              <a:endParaRPr lang="zh-CN" sz="1200" dirty="0">
                <a:solidFill>
                  <a:schemeClr val="dk2"/>
                </a:solidFill>
                <a:latin typeface="Segoe UI"/>
                <a:ea typeface="微软雅黑"/>
                <a:cs typeface="Segoe UI"/>
              </a:endParaRPr>
            </a:p>
          </p:txBody>
        </p:sp>
        <p:sp>
          <p:nvSpPr>
            <p:cNvPr id="125" name="Line 11"/>
            <p:cNvSpPr/>
            <p:nvPr/>
          </p:nvSpPr>
          <p:spPr>
            <a:xfrm>
              <a:off x="3105150" y="2724150"/>
              <a:ext cx="57150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med" len="med"/>
            </a:ln>
          </p:spPr>
        </p:sp>
      </p:grpSp>
      <p:grpSp>
        <p:nvGrpSpPr>
          <p:cNvPr id="126" name="Group 17"/>
          <p:cNvGrpSpPr/>
          <p:nvPr/>
        </p:nvGrpSpPr>
        <p:grpSpPr>
          <a:xfrm>
            <a:off x="8930005" y="1254760"/>
            <a:ext cx="3159664" cy="2247900"/>
            <a:chOff x="3733800" y="2324100"/>
            <a:chExt cx="3159664" cy="2247900"/>
          </a:xfrm>
        </p:grpSpPr>
        <p:sp>
          <p:nvSpPr>
            <p:cNvPr id="127" name="Rectangle 13"/>
            <p:cNvSpPr/>
            <p:nvPr/>
          </p:nvSpPr>
          <p:spPr>
            <a:xfrm>
              <a:off x="3733800" y="2324100"/>
              <a:ext cx="2857500" cy="800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8" name="TextBox 14"/>
            <p:cNvSpPr txBox="1"/>
            <p:nvPr/>
          </p:nvSpPr>
          <p:spPr>
            <a:xfrm>
              <a:off x="3917442" y="2502218"/>
              <a:ext cx="29760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Segoe UI"/>
                  <a:ea typeface="微软雅黑"/>
                  <a:cs typeface="Segoe UI"/>
                </a:rPr>
                <a:t>大模型 Agent：抽取 · 总结 · 压缩</a:t>
              </a:r>
              <a:endParaRPr lang="zh-CN" sz="1350" b="1" dirty="0">
                <a:solidFill>
                  <a:srgbClr val="FFFFFF"/>
                </a:solidFill>
                <a:latin typeface="Segoe UI"/>
                <a:ea typeface="微软雅黑"/>
                <a:cs typeface="Segoe UI"/>
              </a:endParaRPr>
            </a:p>
          </p:txBody>
        </p:sp>
        <p:sp>
          <p:nvSpPr>
            <p:cNvPr id="129" name="TextBox 15"/>
            <p:cNvSpPr txBox="1"/>
            <p:nvPr/>
          </p:nvSpPr>
          <p:spPr>
            <a:xfrm>
              <a:off x="3918204" y="2766060"/>
              <a:ext cx="25080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>
                      <a:alphaMod val="85000"/>
                    </a:srgbClr>
                  </a:solidFill>
                  <a:latin typeface="Segoe UI"/>
                  <a:ea typeface="微软雅黑"/>
                  <a:cs typeface="Segoe UI"/>
                </a:rPr>
                <a:t>检索 → 核对 → 条件表 → 可迁移范围</a:t>
              </a:r>
              <a:endParaRPr lang="zh-CN" sz="1200" dirty="0">
                <a:solidFill>
                  <a:srgbClr val="FFFFFF">
                    <a:alphaMod val="85000"/>
                  </a:srgbClr>
                </a:solidFill>
                <a:latin typeface="Segoe UI"/>
                <a:ea typeface="微软雅黑"/>
                <a:cs typeface="Segoe UI"/>
              </a:endParaRPr>
            </a:p>
          </p:txBody>
        </p:sp>
        <p:sp>
          <p:nvSpPr>
            <p:cNvPr id="130" name="Line 16"/>
            <p:cNvSpPr/>
            <p:nvPr/>
          </p:nvSpPr>
          <p:spPr>
            <a:xfrm>
              <a:off x="5162550" y="3143250"/>
              <a:ext cx="1" cy="1428750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med" len="med"/>
            </a:ln>
          </p:spPr>
        </p:sp>
      </p:grpSp>
      <p:grpSp>
        <p:nvGrpSpPr>
          <p:cNvPr id="131" name="Group 23"/>
          <p:cNvGrpSpPr/>
          <p:nvPr/>
        </p:nvGrpSpPr>
        <p:grpSpPr>
          <a:xfrm>
            <a:off x="8339455" y="3559810"/>
            <a:ext cx="3533394" cy="800100"/>
            <a:chOff x="3143250" y="4629150"/>
            <a:chExt cx="3533394" cy="800100"/>
          </a:xfrm>
        </p:grpSpPr>
        <p:sp>
          <p:nvSpPr>
            <p:cNvPr id="132" name="Rectangle 18"/>
            <p:cNvSpPr/>
            <p:nvPr/>
          </p:nvSpPr>
          <p:spPr>
            <a:xfrm>
              <a:off x="3733800" y="4629150"/>
              <a:ext cx="2857500" cy="800100"/>
            </a:xfrm>
            <a:prstGeom prst="rect">
              <a:avLst/>
            </a:prstGeom>
            <a:solidFill>
              <a:schemeClr val="lt1"/>
            </a:solidFill>
            <a:ln w="14288">
              <a:solidFill>
                <a:schemeClr val="accent1"/>
              </a:solidFill>
            </a:ln>
          </p:spPr>
        </p:sp>
        <p:sp>
          <p:nvSpPr>
            <p:cNvPr id="133" name="Rectangle 19"/>
            <p:cNvSpPr/>
            <p:nvPr/>
          </p:nvSpPr>
          <p:spPr>
            <a:xfrm>
              <a:off x="3733800" y="4629150"/>
              <a:ext cx="28575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34" name="TextBox 20"/>
            <p:cNvSpPr txBox="1"/>
            <p:nvPr/>
          </p:nvSpPr>
          <p:spPr>
            <a:xfrm>
              <a:off x="3917442" y="4807268"/>
              <a:ext cx="13494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Segoe UI"/>
                  <a:ea typeface="微软雅黑"/>
                  <a:cs typeface="Segoe UI"/>
                </a:rPr>
                <a:t>假设与合成方案</a:t>
              </a:r>
              <a:endParaRPr lang="zh-CN" sz="1350" b="1" dirty="0">
                <a:solidFill>
                  <a:schemeClr val="accent1"/>
                </a:solidFill>
                <a:latin typeface="Segoe UI"/>
                <a:ea typeface="微软雅黑"/>
                <a:cs typeface="Segoe UI"/>
              </a:endParaRPr>
            </a:p>
          </p:txBody>
        </p:sp>
        <p:sp>
          <p:nvSpPr>
            <p:cNvPr id="135" name="TextBox 21"/>
            <p:cNvSpPr txBox="1"/>
            <p:nvPr/>
          </p:nvSpPr>
          <p:spPr>
            <a:xfrm>
              <a:off x="3918204" y="5071110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Segoe UI"/>
                  <a:ea typeface="微软雅黑"/>
                  <a:cs typeface="Segoe UI"/>
                </a:rPr>
                <a:t>前驱体 · 温度/气氛 · 表征 · 失败判据</a:t>
              </a:r>
              <a:endParaRPr lang="zh-CN" sz="1200" dirty="0">
                <a:solidFill>
                  <a:schemeClr val="dk2"/>
                </a:solidFill>
                <a:latin typeface="Segoe UI"/>
                <a:ea typeface="微软雅黑"/>
                <a:cs typeface="Segoe UI"/>
              </a:endParaRPr>
            </a:p>
          </p:txBody>
        </p:sp>
        <p:sp>
          <p:nvSpPr>
            <p:cNvPr id="136" name="Line 22"/>
            <p:cNvSpPr/>
            <p:nvPr/>
          </p:nvSpPr>
          <p:spPr>
            <a:xfrm flipH="1">
              <a:off x="3143250" y="5029200"/>
              <a:ext cx="552450" cy="1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tailEnd type="triangle" w="med" len="med"/>
            </a:ln>
          </p:spPr>
        </p:sp>
      </p:grpSp>
      <p:grpSp>
        <p:nvGrpSpPr>
          <p:cNvPr id="137" name="Group 29"/>
          <p:cNvGrpSpPr/>
          <p:nvPr/>
        </p:nvGrpSpPr>
        <p:grpSpPr>
          <a:xfrm>
            <a:off x="5882005" y="2112010"/>
            <a:ext cx="2400300" cy="2247900"/>
            <a:chOff x="685800" y="3181350"/>
            <a:chExt cx="2400300" cy="2247900"/>
          </a:xfrm>
        </p:grpSpPr>
        <p:sp>
          <p:nvSpPr>
            <p:cNvPr id="138" name="Rectangle 24"/>
            <p:cNvSpPr/>
            <p:nvPr/>
          </p:nvSpPr>
          <p:spPr>
            <a:xfrm>
              <a:off x="685800" y="4629150"/>
              <a:ext cx="2400300" cy="800100"/>
            </a:xfrm>
            <a:prstGeom prst="rect">
              <a:avLst/>
            </a:prstGeom>
            <a:solidFill>
              <a:schemeClr val="lt1"/>
            </a:solidFill>
            <a:ln w="14288">
              <a:solidFill>
                <a:schemeClr val="accent3"/>
              </a:solidFill>
              <a:custDash>
                <a:ds d="400000" sp="266666"/>
              </a:custDash>
            </a:ln>
          </p:spPr>
        </p:sp>
        <p:sp>
          <p:nvSpPr>
            <p:cNvPr id="139" name="Rectangle 25"/>
            <p:cNvSpPr/>
            <p:nvPr/>
          </p:nvSpPr>
          <p:spPr>
            <a:xfrm>
              <a:off x="685800" y="4629150"/>
              <a:ext cx="2400300" cy="38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40" name="TextBox 26"/>
            <p:cNvSpPr txBox="1"/>
            <p:nvPr/>
          </p:nvSpPr>
          <p:spPr>
            <a:xfrm>
              <a:off x="869442" y="4807268"/>
              <a:ext cx="11586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Segoe UI"/>
                  <a:ea typeface="微软雅黑"/>
                  <a:cs typeface="Segoe UI"/>
                </a:rPr>
                <a:t>自动化实验室</a:t>
              </a:r>
              <a:endParaRPr lang="zh-CN" sz="1350" b="1" dirty="0">
                <a:solidFill>
                  <a:schemeClr val="accent3"/>
                </a:solidFill>
                <a:latin typeface="Segoe UI"/>
                <a:ea typeface="微软雅黑"/>
                <a:cs typeface="Segoe UI"/>
              </a:endParaRPr>
            </a:p>
          </p:txBody>
        </p:sp>
        <p:sp>
          <p:nvSpPr>
            <p:cNvPr id="141" name="TextBox 27"/>
            <p:cNvSpPr txBox="1"/>
            <p:nvPr/>
          </p:nvSpPr>
          <p:spPr>
            <a:xfrm>
              <a:off x="870204" y="5071110"/>
              <a:ext cx="21607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Segoe UI"/>
                  <a:ea typeface="微软雅黑"/>
                  <a:cs typeface="Segoe UI"/>
                </a:rPr>
                <a:t>合成 · 表征 · 结果回写为证据</a:t>
              </a:r>
              <a:endParaRPr lang="zh-CN" sz="1200" dirty="0">
                <a:solidFill>
                  <a:schemeClr val="dk2"/>
                </a:solidFill>
                <a:latin typeface="Segoe UI"/>
                <a:ea typeface="微软雅黑"/>
                <a:cs typeface="Segoe UI"/>
              </a:endParaRPr>
            </a:p>
          </p:txBody>
        </p:sp>
        <p:sp>
          <p:nvSpPr>
            <p:cNvPr id="142" name="Line 28"/>
            <p:cNvSpPr/>
            <p:nvPr/>
          </p:nvSpPr>
          <p:spPr>
            <a:xfrm flipV="1">
              <a:off x="1885950" y="3181350"/>
              <a:ext cx="1" cy="1409700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custDash>
                <a:ds d="300000" sp="200000"/>
              </a:custDash>
              <a:tailEnd type="triangle" w="med" len="med"/>
            </a:ln>
          </p:spPr>
        </p:sp>
      </p:grpSp>
      <p:sp>
        <p:nvSpPr>
          <p:cNvPr id="143" name="文本框 142"/>
          <p:cNvSpPr txBox="1"/>
          <p:nvPr/>
        </p:nvSpPr>
        <p:spPr>
          <a:xfrm>
            <a:off x="1552630" y="409633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校徽</a:t>
            </a:r>
            <a:endParaRPr lang="zh-CN" altLang="en-US" dirty="0"/>
          </a:p>
        </p:txBody>
      </p:sp>
      <p:pic>
        <p:nvPicPr>
          <p:cNvPr id="144" name="图片 14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7" t="13008" r="2601" b="10494"/>
          <a:stretch>
            <a:fillRect/>
          </a:stretch>
        </p:blipFill>
        <p:spPr>
          <a:xfrm>
            <a:off x="938793" y="4465662"/>
            <a:ext cx="2209800" cy="601200"/>
          </a:xfrm>
          <a:prstGeom prst="rect">
            <a:avLst/>
          </a:prstGeom>
        </p:spPr>
      </p:pic>
      <p:pic>
        <p:nvPicPr>
          <p:cNvPr id="145" name="图片 14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984" y="5066862"/>
            <a:ext cx="1011307" cy="1011307"/>
          </a:xfrm>
          <a:prstGeom prst="rect">
            <a:avLst/>
          </a:prstGeom>
        </p:spPr>
      </p:pic>
      <p:pic>
        <p:nvPicPr>
          <p:cNvPr id="146" name="图片 14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9973" y="4915976"/>
            <a:ext cx="1563757" cy="1563757"/>
          </a:xfrm>
          <a:prstGeom prst="rect">
            <a:avLst/>
          </a:prstGeom>
        </p:spPr>
      </p:pic>
      <p:sp>
        <p:nvSpPr>
          <p:cNvPr id="147" name="文本框 146"/>
          <p:cNvSpPr txBox="1"/>
          <p:nvPr/>
        </p:nvSpPr>
        <p:spPr>
          <a:xfrm>
            <a:off x="8069138" y="5356612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北京鲸存科技有限公司</a:t>
            </a:r>
            <a:endParaRPr lang="zh-CN" altLang="en-US" dirty="0"/>
          </a:p>
        </p:txBody>
      </p:sp>
      <p:sp>
        <p:nvSpPr>
          <p:cNvPr id="148" name="文本框 147"/>
          <p:cNvSpPr txBox="1"/>
          <p:nvPr/>
        </p:nvSpPr>
        <p:spPr>
          <a:xfrm>
            <a:off x="524796" y="6078169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北京中关村学院</a:t>
            </a:r>
            <a:endParaRPr lang="zh-CN" altLang="en-US" dirty="0"/>
          </a:p>
        </p:txBody>
      </p:sp>
      <p:sp>
        <p:nvSpPr>
          <p:cNvPr id="149" name="文本框 148"/>
          <p:cNvSpPr txBox="1"/>
          <p:nvPr/>
        </p:nvSpPr>
        <p:spPr>
          <a:xfrm>
            <a:off x="3148593" y="4471198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上海交通大学</a:t>
            </a:r>
            <a:endParaRPr lang="zh-CN" altLang="en-US" dirty="0"/>
          </a:p>
        </p:txBody>
      </p:sp>
      <p:pic>
        <p:nvPicPr>
          <p:cNvPr id="150" name="图片 149" descr="中国科学院大学zhon-logo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911475" y="5356860"/>
            <a:ext cx="1011555" cy="101155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5960" y="287655"/>
            <a:ext cx="10208895" cy="482600"/>
          </a:xfrm>
        </p:spPr>
        <p:txBody>
          <a:bodyPr/>
          <a:lstStyle/>
          <a:p>
            <a:r>
              <a:rPr kumimoji="1" lang="zh-CN" altLang="en-US" sz="2800" b="1" dirty="0">
                <a:solidFill>
                  <a:schemeClr val="tx1"/>
                </a:solidFill>
              </a:rPr>
              <a:t>自动化实验室需要可用的合成知识</a:t>
            </a:r>
            <a:r>
              <a:rPr kumimoji="1" lang="en-US" altLang="zh-CN" sz="2800" b="1" dirty="0">
                <a:solidFill>
                  <a:schemeClr val="tx1"/>
                </a:solidFill>
              </a:rPr>
              <a:t>   </a:t>
            </a:r>
            <a:r>
              <a:rPr kumimoji="1" lang="zh-CN" altLang="en-US" sz="2800" b="1" dirty="0">
                <a:solidFill>
                  <a:schemeClr val="tx1"/>
                </a:solidFill>
              </a:rPr>
              <a:t>（问题</a:t>
            </a:r>
            <a:r>
              <a:rPr kumimoji="1" lang="zh-CN" altLang="en-US" sz="2800" b="1" dirty="0">
                <a:solidFill>
                  <a:schemeClr val="tx1"/>
                </a:solidFill>
              </a:rPr>
              <a:t>价值）</a:t>
            </a:r>
            <a:endParaRPr kumimoji="1" lang="zh-CN" altLang="en-US" sz="2800" b="1" dirty="0">
              <a:solidFill>
                <a:schemeClr val="tx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0" y="220345"/>
            <a:ext cx="420370" cy="617220"/>
          </a:xfrm>
          <a:prstGeom prst="rect">
            <a:avLst/>
          </a:prstGeom>
          <a:solidFill>
            <a:srgbClr val="0356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524510" y="220345"/>
            <a:ext cx="171450" cy="617220"/>
          </a:xfrm>
          <a:prstGeom prst="rect">
            <a:avLst/>
          </a:prstGeom>
          <a:solidFill>
            <a:srgbClr val="0356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4" name="流程图: 手动操作 103"/>
          <p:cNvSpPr/>
          <p:nvPr/>
        </p:nvSpPr>
        <p:spPr>
          <a:xfrm>
            <a:off x="1070362" y="5631998"/>
            <a:ext cx="3281883" cy="886904"/>
          </a:xfrm>
          <a:prstGeom prst="flowChartManualOperation">
            <a:avLst/>
          </a:prstGeom>
          <a:pattFill prst="pct10">
            <a:fgClr>
              <a:srgbClr val="4472C4">
                <a:lumMod val="75000"/>
              </a:srgbClr>
            </a:fgClr>
            <a:bgClr>
              <a:srgbClr val="4472C4">
                <a:lumMod val="20000"/>
                <a:lumOff val="80000"/>
              </a:srgbClr>
            </a:bgClr>
          </a:pattFill>
          <a:ln w="127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  <a:sym typeface="微软雅黑" charset="-122"/>
            </a:endParaRPr>
          </a:p>
        </p:txBody>
      </p:sp>
      <p:sp>
        <p:nvSpPr>
          <p:cNvPr id="105" name="矩形: 圆角 104"/>
          <p:cNvSpPr/>
          <p:nvPr/>
        </p:nvSpPr>
        <p:spPr>
          <a:xfrm>
            <a:off x="341074" y="5088958"/>
            <a:ext cx="1107995" cy="664663"/>
          </a:xfrm>
          <a:prstGeom prst="roundRect">
            <a:avLst>
              <a:gd name="adj" fmla="val 21683"/>
            </a:avLst>
          </a:prstGeom>
          <a:solidFill>
            <a:srgbClr val="FFC000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rPr>
              <a:t>选定体系范围</a:t>
            </a:r>
            <a:endParaRPr kumimoji="0" lang="zh-CN" altLang="en-US" sz="16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  <a:sym typeface="微软雅黑" charset="-122"/>
            </a:endParaRPr>
          </a:p>
        </p:txBody>
      </p:sp>
      <p:sp>
        <p:nvSpPr>
          <p:cNvPr id="106" name="箭头: 右 105"/>
          <p:cNvSpPr/>
          <p:nvPr/>
        </p:nvSpPr>
        <p:spPr>
          <a:xfrm>
            <a:off x="1506104" y="5236123"/>
            <a:ext cx="474461" cy="369332"/>
          </a:xfrm>
          <a:prstGeom prst="rightArrow">
            <a:avLst/>
          </a:prstGeom>
          <a:solidFill>
            <a:srgbClr val="5B9BD5"/>
          </a:solidFill>
          <a:ln w="12700" cap="flat" cmpd="sng" algn="ctr">
            <a:solidFill>
              <a:srgbClr val="5B9BD5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  <a:sym typeface="微软雅黑" charset="-122"/>
            </a:endParaRPr>
          </a:p>
        </p:txBody>
      </p:sp>
      <p:sp>
        <p:nvSpPr>
          <p:cNvPr id="107" name="矩形: 圆角 106"/>
          <p:cNvSpPr/>
          <p:nvPr/>
        </p:nvSpPr>
        <p:spPr>
          <a:xfrm>
            <a:off x="2037600" y="5088958"/>
            <a:ext cx="1107995" cy="664663"/>
          </a:xfrm>
          <a:prstGeom prst="roundRect">
            <a:avLst>
              <a:gd name="adj" fmla="val 21683"/>
            </a:avLst>
          </a:prstGeom>
          <a:solidFill>
            <a:srgbClr val="FFC000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rPr>
              <a:t>模型预测</a:t>
            </a:r>
            <a:endParaRPr kumimoji="0" lang="zh-CN" altLang="en-US" sz="16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  <a:sym typeface="微软雅黑" charset="-122"/>
            </a:endParaRPr>
          </a:p>
        </p:txBody>
      </p:sp>
      <p:sp>
        <p:nvSpPr>
          <p:cNvPr id="108" name="箭头: 右 107"/>
          <p:cNvSpPr/>
          <p:nvPr/>
        </p:nvSpPr>
        <p:spPr>
          <a:xfrm>
            <a:off x="3202630" y="5236123"/>
            <a:ext cx="474461" cy="369332"/>
          </a:xfrm>
          <a:prstGeom prst="rightArrow">
            <a:avLst/>
          </a:prstGeom>
          <a:solidFill>
            <a:srgbClr val="5B9BD5"/>
          </a:solidFill>
          <a:ln w="12700" cap="flat" cmpd="sng" algn="ctr">
            <a:solidFill>
              <a:srgbClr val="5B9BD5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  <a:sym typeface="微软雅黑" charset="-122"/>
            </a:endParaRPr>
          </a:p>
        </p:txBody>
      </p:sp>
      <p:sp>
        <p:nvSpPr>
          <p:cNvPr id="109" name="矩形: 圆角 108"/>
          <p:cNvSpPr/>
          <p:nvPr/>
        </p:nvSpPr>
        <p:spPr>
          <a:xfrm>
            <a:off x="3734126" y="5088958"/>
            <a:ext cx="1107995" cy="664663"/>
          </a:xfrm>
          <a:prstGeom prst="roundRect">
            <a:avLst>
              <a:gd name="adj" fmla="val 21683"/>
            </a:avLst>
          </a:prstGeom>
          <a:solidFill>
            <a:srgbClr val="FFC000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rPr>
              <a:t>候选材料</a:t>
            </a:r>
            <a:endParaRPr kumimoji="0" lang="zh-CN" altLang="en-US" sz="16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  <a:sym typeface="微软雅黑" charset="-122"/>
            </a:endParaRPr>
          </a:p>
        </p:txBody>
      </p:sp>
      <p:sp>
        <p:nvSpPr>
          <p:cNvPr id="110" name="箭头: 右 109"/>
          <p:cNvSpPr/>
          <p:nvPr/>
        </p:nvSpPr>
        <p:spPr>
          <a:xfrm>
            <a:off x="4899156" y="5236123"/>
            <a:ext cx="474461" cy="369332"/>
          </a:xfrm>
          <a:prstGeom prst="rightArrow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solidFill>
              <a:srgbClr val="5B9BD5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  <a:sym typeface="微软雅黑" charset="-122"/>
            </a:endParaRPr>
          </a:p>
        </p:txBody>
      </p:sp>
      <p:sp>
        <p:nvSpPr>
          <p:cNvPr id="111" name="矩形: 圆角 110"/>
          <p:cNvSpPr/>
          <p:nvPr/>
        </p:nvSpPr>
        <p:spPr>
          <a:xfrm>
            <a:off x="5430652" y="5088958"/>
            <a:ext cx="1107995" cy="664663"/>
          </a:xfrm>
          <a:prstGeom prst="roundRect">
            <a:avLst>
              <a:gd name="adj" fmla="val 21683"/>
            </a:avLst>
          </a:prstGeom>
          <a:solidFill>
            <a:srgbClr val="4472C4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rPr>
              <a:t>逆合成</a:t>
            </a:r>
            <a:endParaRPr kumimoji="0" lang="en-US" altLang="zh-CN" sz="16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  <a:sym typeface="微软雅黑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rPr>
              <a:t>方案预测</a:t>
            </a:r>
            <a:endParaRPr kumimoji="0" lang="zh-CN" altLang="en-US" sz="16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  <a:sym typeface="微软雅黑" charset="-122"/>
            </a:endParaRPr>
          </a:p>
        </p:txBody>
      </p:sp>
      <p:sp>
        <p:nvSpPr>
          <p:cNvPr id="112" name="箭头: 右 111"/>
          <p:cNvSpPr/>
          <p:nvPr/>
        </p:nvSpPr>
        <p:spPr>
          <a:xfrm>
            <a:off x="6595682" y="5236123"/>
            <a:ext cx="474461" cy="369332"/>
          </a:xfrm>
          <a:prstGeom prst="rightArrow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solidFill>
              <a:srgbClr val="5B9BD5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  <a:sym typeface="微软雅黑" charset="-122"/>
            </a:endParaRPr>
          </a:p>
        </p:txBody>
      </p:sp>
      <p:sp>
        <p:nvSpPr>
          <p:cNvPr id="113" name="矩形: 圆角 112"/>
          <p:cNvSpPr/>
          <p:nvPr/>
        </p:nvSpPr>
        <p:spPr>
          <a:xfrm>
            <a:off x="7127178" y="5088958"/>
            <a:ext cx="1107995" cy="664663"/>
          </a:xfrm>
          <a:prstGeom prst="roundRect">
            <a:avLst>
              <a:gd name="adj" fmla="val 21683"/>
            </a:avLst>
          </a:prstGeom>
          <a:solidFill>
            <a:srgbClr val="4472C4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rPr>
              <a:t>反应方案生成</a:t>
            </a:r>
            <a:endParaRPr kumimoji="0" lang="zh-CN" altLang="en-US" sz="16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  <a:sym typeface="微软雅黑" charset="-122"/>
            </a:endParaRPr>
          </a:p>
        </p:txBody>
      </p:sp>
      <p:cxnSp>
        <p:nvCxnSpPr>
          <p:cNvPr id="114" name="直接连接符 113"/>
          <p:cNvCxnSpPr/>
          <p:nvPr/>
        </p:nvCxnSpPr>
        <p:spPr>
          <a:xfrm>
            <a:off x="5069711" y="4899849"/>
            <a:ext cx="0" cy="973141"/>
          </a:xfrm>
          <a:prstGeom prst="line">
            <a:avLst/>
          </a:prstGeom>
          <a:noFill/>
          <a:ln w="19050" cap="flat" cmpd="sng" algn="ctr">
            <a:solidFill>
              <a:srgbClr val="C00000"/>
            </a:solidFill>
            <a:prstDash val="dash"/>
            <a:miter lim="800000"/>
          </a:ln>
          <a:effectLst/>
        </p:spPr>
      </p:cxnSp>
      <p:sp>
        <p:nvSpPr>
          <p:cNvPr id="115" name="矩形: 圆角 114"/>
          <p:cNvSpPr/>
          <p:nvPr/>
        </p:nvSpPr>
        <p:spPr>
          <a:xfrm rot="10800000" flipV="1">
            <a:off x="5589601" y="4694478"/>
            <a:ext cx="4183148" cy="299926"/>
          </a:xfrm>
          <a:prstGeom prst="roundRect">
            <a:avLst>
              <a:gd name="adj" fmla="val 27993"/>
            </a:avLst>
          </a:prstGeom>
          <a:solidFill>
            <a:srgbClr val="154A97"/>
          </a:solidFill>
          <a:ln w="28575" cap="flat" cmpd="sng" algn="ctr">
            <a:gradFill flip="none" rotWithShape="1">
              <a:gsLst>
                <a:gs pos="0">
                  <a:sysClr val="window" lastClr="FFFFFF">
                    <a:lumMod val="95000"/>
                  </a:sysClr>
                </a:gs>
                <a:gs pos="97000">
                  <a:sysClr val="window" lastClr="FFFFFF">
                    <a:lumMod val="85000"/>
                  </a:sysClr>
                </a:gs>
              </a:gsLst>
              <a:lin ang="5400000" scaled="1"/>
              <a:tileRect/>
            </a:gra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rPr>
              <a:t>自动化、智能化实验室、干湿闭环极度欠缺的部分</a:t>
            </a:r>
            <a:endParaRPr kumimoji="0" lang="zh-CN" altLang="en-US" sz="14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  <a:sym typeface="微软雅黑" charset="-122"/>
            </a:endParaRPr>
          </a:p>
        </p:txBody>
      </p:sp>
      <p:sp>
        <p:nvSpPr>
          <p:cNvPr id="116" name="箭头: 右 115"/>
          <p:cNvSpPr/>
          <p:nvPr/>
        </p:nvSpPr>
        <p:spPr>
          <a:xfrm>
            <a:off x="8292207" y="5236123"/>
            <a:ext cx="474461" cy="369332"/>
          </a:xfrm>
          <a:prstGeom prst="rightArrow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solidFill>
              <a:srgbClr val="5B9BD5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  <a:sym typeface="微软雅黑" charset="-122"/>
            </a:endParaRPr>
          </a:p>
        </p:txBody>
      </p:sp>
      <p:sp>
        <p:nvSpPr>
          <p:cNvPr id="117" name="矩形: 圆角 116"/>
          <p:cNvSpPr/>
          <p:nvPr/>
        </p:nvSpPr>
        <p:spPr>
          <a:xfrm>
            <a:off x="8823703" y="5088958"/>
            <a:ext cx="1107995" cy="664663"/>
          </a:xfrm>
          <a:prstGeom prst="roundRect">
            <a:avLst>
              <a:gd name="adj" fmla="val 21683"/>
            </a:avLst>
          </a:prstGeom>
          <a:solidFill>
            <a:srgbClr val="4472C4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rPr>
              <a:t>工作流</a:t>
            </a:r>
            <a:endParaRPr kumimoji="0" lang="en-US" altLang="zh-CN" sz="16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  <a:sym typeface="微软雅黑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rPr>
              <a:t>生成</a:t>
            </a:r>
            <a:endParaRPr kumimoji="0" lang="zh-CN" altLang="en-US" sz="16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  <a:sym typeface="微软雅黑" charset="-122"/>
            </a:endParaRPr>
          </a:p>
        </p:txBody>
      </p:sp>
      <p:sp>
        <p:nvSpPr>
          <p:cNvPr id="118" name="箭头: 右 117"/>
          <p:cNvSpPr/>
          <p:nvPr/>
        </p:nvSpPr>
        <p:spPr>
          <a:xfrm>
            <a:off x="9988732" y="5236123"/>
            <a:ext cx="474461" cy="369332"/>
          </a:xfrm>
          <a:prstGeom prst="rightArrow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solidFill>
              <a:srgbClr val="5B9BD5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  <a:sym typeface="微软雅黑" charset="-122"/>
            </a:endParaRPr>
          </a:p>
        </p:txBody>
      </p:sp>
      <p:sp>
        <p:nvSpPr>
          <p:cNvPr id="119" name="矩形: 圆角 118"/>
          <p:cNvSpPr/>
          <p:nvPr/>
        </p:nvSpPr>
        <p:spPr>
          <a:xfrm>
            <a:off x="10520228" y="5088958"/>
            <a:ext cx="1107995" cy="664663"/>
          </a:xfrm>
          <a:prstGeom prst="roundRect">
            <a:avLst>
              <a:gd name="adj" fmla="val 21683"/>
            </a:avLst>
          </a:prstGeom>
          <a:solidFill>
            <a:srgbClr val="4472C4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rPr>
              <a:t>任务下发</a:t>
            </a:r>
            <a:endParaRPr kumimoji="0" lang="en-US" altLang="zh-CN" sz="16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  <a:sym typeface="微软雅黑" charset="-122"/>
            </a:endParaRPr>
          </a:p>
        </p:txBody>
      </p:sp>
      <p:cxnSp>
        <p:nvCxnSpPr>
          <p:cNvPr id="120" name="直接连接符 119"/>
          <p:cNvCxnSpPr/>
          <p:nvPr/>
        </p:nvCxnSpPr>
        <p:spPr>
          <a:xfrm>
            <a:off x="10155217" y="4899849"/>
            <a:ext cx="0" cy="973141"/>
          </a:xfrm>
          <a:prstGeom prst="line">
            <a:avLst/>
          </a:prstGeom>
          <a:noFill/>
          <a:ln w="19050" cap="flat" cmpd="sng" algn="ctr">
            <a:solidFill>
              <a:srgbClr val="C00000"/>
            </a:solidFill>
            <a:prstDash val="dash"/>
            <a:miter lim="800000"/>
          </a:ln>
          <a:effectLst/>
        </p:spPr>
      </p:cxnSp>
      <p:sp>
        <p:nvSpPr>
          <p:cNvPr id="121" name="矩形: 圆角 120"/>
          <p:cNvSpPr/>
          <p:nvPr/>
        </p:nvSpPr>
        <p:spPr>
          <a:xfrm rot="10800000" flipV="1">
            <a:off x="1439673" y="5836335"/>
            <a:ext cx="664628" cy="299926"/>
          </a:xfrm>
          <a:prstGeom prst="roundRect">
            <a:avLst>
              <a:gd name="adj" fmla="val 27993"/>
            </a:avLst>
          </a:prstGeom>
          <a:solidFill>
            <a:srgbClr val="154A97"/>
          </a:solidFill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rPr>
              <a:t>电池</a:t>
            </a:r>
            <a:endParaRPr kumimoji="0" lang="zh-CN" altLang="en-US" sz="14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  <a:sym typeface="微软雅黑" charset="-122"/>
            </a:endParaRPr>
          </a:p>
        </p:txBody>
      </p:sp>
      <p:sp>
        <p:nvSpPr>
          <p:cNvPr id="122" name="矩形: 圆角 121"/>
          <p:cNvSpPr/>
          <p:nvPr/>
        </p:nvSpPr>
        <p:spPr>
          <a:xfrm rot="10800000" flipV="1">
            <a:off x="2168961" y="5836335"/>
            <a:ext cx="985042" cy="299926"/>
          </a:xfrm>
          <a:prstGeom prst="roundRect">
            <a:avLst>
              <a:gd name="adj" fmla="val 27993"/>
            </a:avLst>
          </a:prstGeom>
          <a:solidFill>
            <a:srgbClr val="154A97"/>
          </a:solidFill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rPr>
              <a:t>发光材料</a:t>
            </a:r>
            <a:endParaRPr kumimoji="0" lang="zh-CN" altLang="en-US" sz="14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  <a:sym typeface="微软雅黑" charset="-122"/>
            </a:endParaRPr>
          </a:p>
        </p:txBody>
      </p:sp>
      <p:sp>
        <p:nvSpPr>
          <p:cNvPr id="123" name="矩形: 圆角 122"/>
          <p:cNvSpPr/>
          <p:nvPr/>
        </p:nvSpPr>
        <p:spPr>
          <a:xfrm rot="10800000" flipV="1">
            <a:off x="1743333" y="6176533"/>
            <a:ext cx="1917657" cy="299926"/>
          </a:xfrm>
          <a:prstGeom prst="roundRect">
            <a:avLst>
              <a:gd name="adj" fmla="val 27993"/>
            </a:avLst>
          </a:prstGeom>
          <a:solidFill>
            <a:srgbClr val="154A97"/>
          </a:solidFill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rPr>
              <a:t>其他无机功能性材料</a:t>
            </a:r>
            <a:endParaRPr kumimoji="0" lang="zh-CN" altLang="en-US" sz="14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  <a:sym typeface="微软雅黑" charset="-122"/>
            </a:endParaRPr>
          </a:p>
        </p:txBody>
      </p:sp>
      <p:sp>
        <p:nvSpPr>
          <p:cNvPr id="124" name="矩形: 圆角 123"/>
          <p:cNvSpPr/>
          <p:nvPr/>
        </p:nvSpPr>
        <p:spPr>
          <a:xfrm rot="10800000" flipV="1">
            <a:off x="3218662" y="5836335"/>
            <a:ext cx="800258" cy="299926"/>
          </a:xfrm>
          <a:prstGeom prst="roundRect">
            <a:avLst>
              <a:gd name="adj" fmla="val 27993"/>
            </a:avLst>
          </a:prstGeom>
          <a:solidFill>
            <a:srgbClr val="154A97"/>
          </a:solidFill>
          <a:ln w="190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rPr>
              <a:t>热防护</a:t>
            </a:r>
            <a:endParaRPr kumimoji="0" lang="zh-CN" altLang="en-US" sz="14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  <a:sym typeface="微软雅黑" charset="-122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5373370" y="4569460"/>
            <a:ext cx="4558030" cy="1303655"/>
          </a:xfrm>
          <a:prstGeom prst="rect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23" name="组合 22"/>
          <p:cNvGrpSpPr/>
          <p:nvPr/>
        </p:nvGrpSpPr>
        <p:grpSpPr>
          <a:xfrm>
            <a:off x="358164" y="967164"/>
            <a:ext cx="6096051" cy="3727208"/>
            <a:chOff x="7613175" y="5707658"/>
            <a:chExt cx="6096051" cy="3727208"/>
          </a:xfrm>
        </p:grpSpPr>
        <p:graphicFrame>
          <p:nvGraphicFramePr>
            <p:cNvPr id="24" name="图示 23"/>
            <p:cNvGraphicFramePr/>
            <p:nvPr/>
          </p:nvGraphicFramePr>
          <p:xfrm>
            <a:off x="10810293" y="6150853"/>
            <a:ext cx="2898933" cy="2217268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1" r:lo="rId2" r:qs="rId3" r:cs="rId4"/>
            </a:graphicData>
          </a:graphic>
        </p:graphicFrame>
        <p:grpSp>
          <p:nvGrpSpPr>
            <p:cNvPr id="25" name="组合 24"/>
            <p:cNvGrpSpPr/>
            <p:nvPr/>
          </p:nvGrpSpPr>
          <p:grpSpPr>
            <a:xfrm>
              <a:off x="7613175" y="5707658"/>
              <a:ext cx="4572328" cy="3727208"/>
              <a:chOff x="305253" y="2450993"/>
              <a:chExt cx="4572328" cy="3727208"/>
            </a:xfrm>
          </p:grpSpPr>
          <p:graphicFrame>
            <p:nvGraphicFramePr>
              <p:cNvPr id="26" name="图示 25"/>
              <p:cNvGraphicFramePr/>
              <p:nvPr/>
            </p:nvGraphicFramePr>
            <p:xfrm>
              <a:off x="341515" y="2795328"/>
              <a:ext cx="4536066" cy="3024043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6" r:lo="rId7" r:qs="rId8" r:cs="rId9"/>
              </a:graphicData>
            </a:graphic>
          </p:graphicFrame>
          <p:sp>
            <p:nvSpPr>
              <p:cNvPr id="27" name="文本框 18"/>
              <p:cNvSpPr txBox="1"/>
              <p:nvPr/>
            </p:nvSpPr>
            <p:spPr>
              <a:xfrm>
                <a:off x="305253" y="3875287"/>
                <a:ext cx="873125" cy="36830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971515"/>
                    </a:solidFill>
                    <a:effectLst/>
                    <a:uLnTx/>
                    <a:uFillTx/>
                    <a:latin typeface="微软雅黑" charset="-122"/>
                    <a:ea typeface="微软雅黑" charset="-122"/>
                    <a:cs typeface="Times New Roman" panose="02020503050405090304" pitchFamily="18" charset="0"/>
                    <a:sym typeface="微软雅黑" charset="-122"/>
                  </a:rPr>
                  <a:t>xc</a:t>
                </a:r>
                <a:r>
                  <a:rPr kumimoji="0" lang="zh-CN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971515"/>
                    </a:solidFill>
                    <a:effectLst/>
                    <a:uLnTx/>
                    <a:uFillTx/>
                    <a:latin typeface="微软雅黑" charset="-122"/>
                    <a:ea typeface="微软雅黑" charset="-122"/>
                    <a:cs typeface="Times New Roman" panose="02020503050405090304" pitchFamily="18" charset="0"/>
                    <a:sym typeface="微软雅黑" charset="-122"/>
                  </a:rPr>
                  <a:t>理论</a:t>
                </a:r>
                <a:endParaRPr kumimoji="0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srgbClr val="971515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Times New Roman" panose="02020503050405090304" pitchFamily="18" charset="0"/>
                  <a:sym typeface="微软雅黑" charset="-122"/>
                </a:endParaRPr>
              </a:p>
            </p:txBody>
          </p:sp>
          <p:grpSp>
            <p:nvGrpSpPr>
              <p:cNvPr id="28" name="组合 27"/>
              <p:cNvGrpSpPr/>
              <p:nvPr/>
            </p:nvGrpSpPr>
            <p:grpSpPr>
              <a:xfrm>
                <a:off x="2365876" y="2945423"/>
                <a:ext cx="493953" cy="467015"/>
                <a:chOff x="-2560276" y="-2327273"/>
                <a:chExt cx="967144" cy="914400"/>
              </a:xfrm>
              <a:solidFill>
                <a:srgbClr val="971515"/>
              </a:solidFill>
            </p:grpSpPr>
            <p:pic>
              <p:nvPicPr>
                <p:cNvPr id="29" name="图形 40" descr="合同 轮廓"/>
                <p:cNvPicPr>
                  <a:picLocks noChangeAspect="1"/>
                </p:cNvPicPr>
                <p:nvPr/>
              </p:nvPicPr>
              <p:blipFill>
                <a:blip r:embed="rId11">
                  <a:extLst>
                    <a:ext uri="{96DAC541-7B7A-43D3-8B79-37D633B846F1}">
                      <asvg:svgBlip xmlns:asvg="http://schemas.microsoft.com/office/drawing/2016/SVG/main" r:embed="rId1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-2560276" y="-2327273"/>
                  <a:ext cx="914400" cy="914400"/>
                </a:xfrm>
                <a:prstGeom prst="rect">
                  <a:avLst/>
                </a:prstGeom>
              </p:spPr>
            </p:pic>
            <p:sp>
              <p:nvSpPr>
                <p:cNvPr id="30" name="任意多边形: 形状 22"/>
                <p:cNvSpPr/>
                <p:nvPr/>
              </p:nvSpPr>
              <p:spPr>
                <a:xfrm>
                  <a:off x="-1910598" y="-2011809"/>
                  <a:ext cx="317466" cy="358104"/>
                </a:xfrm>
                <a:custGeom>
                  <a:avLst/>
                  <a:gdLst>
                    <a:gd name="connsiteX0" fmla="*/ 43084 w 317466"/>
                    <a:gd name="connsiteY0" fmla="*/ 266834 h 358104"/>
                    <a:gd name="connsiteX1" fmla="*/ 7 w 317466"/>
                    <a:gd name="connsiteY1" fmla="*/ 357714 h 358104"/>
                    <a:gd name="connsiteX2" fmla="*/ 258 w 317466"/>
                    <a:gd name="connsiteY2" fmla="*/ 358098 h 358104"/>
                    <a:gd name="connsiteX3" fmla="*/ 579 w 317466"/>
                    <a:gd name="connsiteY3" fmla="*/ 357981 h 358104"/>
                    <a:gd name="connsiteX4" fmla="*/ 29418 w 317466"/>
                    <a:gd name="connsiteY4" fmla="*/ 331054 h 358104"/>
                    <a:gd name="connsiteX5" fmla="*/ 29418 w 317466"/>
                    <a:gd name="connsiteY5" fmla="*/ 331054 h 358104"/>
                    <a:gd name="connsiteX6" fmla="*/ 61905 w 317466"/>
                    <a:gd name="connsiteY6" fmla="*/ 270625 h 358104"/>
                    <a:gd name="connsiteX7" fmla="*/ 62119 w 317466"/>
                    <a:gd name="connsiteY7" fmla="*/ 270530 h 358104"/>
                    <a:gd name="connsiteX8" fmla="*/ 87754 w 317466"/>
                    <a:gd name="connsiteY8" fmla="*/ 267278 h 358104"/>
                    <a:gd name="connsiteX9" fmla="*/ 147835 w 317466"/>
                    <a:gd name="connsiteY9" fmla="*/ 222932 h 358104"/>
                    <a:gd name="connsiteX10" fmla="*/ 147663 w 317466"/>
                    <a:gd name="connsiteY10" fmla="*/ 222660 h 358104"/>
                    <a:gd name="connsiteX11" fmla="*/ 110428 w 317466"/>
                    <a:gd name="connsiteY11" fmla="*/ 213820 h 358104"/>
                    <a:gd name="connsiteX12" fmla="*/ 109898 w 317466"/>
                    <a:gd name="connsiteY12" fmla="*/ 213066 h 358104"/>
                    <a:gd name="connsiteX13" fmla="*/ 109936 w 317466"/>
                    <a:gd name="connsiteY13" fmla="*/ 212671 h 358104"/>
                    <a:gd name="connsiteX14" fmla="*/ 111000 w 317466"/>
                    <a:gd name="connsiteY14" fmla="*/ 212008 h 358104"/>
                    <a:gd name="connsiteX15" fmla="*/ 111028 w 317466"/>
                    <a:gd name="connsiteY15" fmla="*/ 212008 h 358104"/>
                    <a:gd name="connsiteX16" fmla="*/ 178925 w 317466"/>
                    <a:gd name="connsiteY16" fmla="*/ 186583 h 358104"/>
                    <a:gd name="connsiteX17" fmla="*/ 212780 w 317466"/>
                    <a:gd name="connsiteY17" fmla="*/ 152189 h 358104"/>
                    <a:gd name="connsiteX18" fmla="*/ 265470 w 317466"/>
                    <a:gd name="connsiteY18" fmla="*/ 112411 h 358104"/>
                    <a:gd name="connsiteX19" fmla="*/ 265816 w 317466"/>
                    <a:gd name="connsiteY19" fmla="*/ 109376 h 358104"/>
                    <a:gd name="connsiteX20" fmla="*/ 264517 w 317466"/>
                    <a:gd name="connsiteY20" fmla="*/ 108597 h 358104"/>
                    <a:gd name="connsiteX21" fmla="*/ 231567 w 317466"/>
                    <a:gd name="connsiteY21" fmla="*/ 95021 h 358104"/>
                    <a:gd name="connsiteX22" fmla="*/ 231152 w 317466"/>
                    <a:gd name="connsiteY22" fmla="*/ 94335 h 358104"/>
                    <a:gd name="connsiteX23" fmla="*/ 231238 w 317466"/>
                    <a:gd name="connsiteY23" fmla="*/ 93810 h 358104"/>
                    <a:gd name="connsiteX24" fmla="*/ 232387 w 317466"/>
                    <a:gd name="connsiteY24" fmla="*/ 93309 h 358104"/>
                    <a:gd name="connsiteX25" fmla="*/ 278521 w 317466"/>
                    <a:gd name="connsiteY25" fmla="*/ 94664 h 358104"/>
                    <a:gd name="connsiteX26" fmla="*/ 301490 w 317466"/>
                    <a:gd name="connsiteY26" fmla="*/ 80435 h 358104"/>
                    <a:gd name="connsiteX27" fmla="*/ 309411 w 317466"/>
                    <a:gd name="connsiteY27" fmla="*/ 19467 h 358104"/>
                    <a:gd name="connsiteX28" fmla="*/ 248957 w 317466"/>
                    <a:gd name="connsiteY28" fmla="*/ 827 h 358104"/>
                    <a:gd name="connsiteX29" fmla="*/ 211917 w 317466"/>
                    <a:gd name="connsiteY29" fmla="*/ 29285 h 358104"/>
                    <a:gd name="connsiteX30" fmla="*/ 207478 w 317466"/>
                    <a:gd name="connsiteY30" fmla="*/ 46279 h 358104"/>
                    <a:gd name="connsiteX31" fmla="*/ 206524 w 317466"/>
                    <a:gd name="connsiteY31" fmla="*/ 47233 h 358104"/>
                    <a:gd name="connsiteX32" fmla="*/ 205570 w 317466"/>
                    <a:gd name="connsiteY32" fmla="*/ 46279 h 358104"/>
                    <a:gd name="connsiteX33" fmla="*/ 205203 w 317466"/>
                    <a:gd name="connsiteY33" fmla="*/ 43418 h 358104"/>
                    <a:gd name="connsiteX34" fmla="*/ 206696 w 317466"/>
                    <a:gd name="connsiteY34" fmla="*/ 15042 h 358104"/>
                    <a:gd name="connsiteX35" fmla="*/ 205154 w 317466"/>
                    <a:gd name="connsiteY35" fmla="*/ 12483 h 358104"/>
                    <a:gd name="connsiteX36" fmla="*/ 203911 w 317466"/>
                    <a:gd name="connsiteY36" fmla="*/ 12553 h 358104"/>
                    <a:gd name="connsiteX37" fmla="*/ 140969 w 317466"/>
                    <a:gd name="connsiteY37" fmla="*/ 47543 h 358104"/>
                    <a:gd name="connsiteX38" fmla="*/ 79457 w 317466"/>
                    <a:gd name="connsiteY38" fmla="*/ 103108 h 358104"/>
                    <a:gd name="connsiteX39" fmla="*/ 61814 w 317466"/>
                    <a:gd name="connsiteY39" fmla="*/ 151364 h 358104"/>
                    <a:gd name="connsiteX40" fmla="*/ 65553 w 317466"/>
                    <a:gd name="connsiteY40" fmla="*/ 173298 h 358104"/>
                    <a:gd name="connsiteX41" fmla="*/ 64982 w 317466"/>
                    <a:gd name="connsiteY41" fmla="*/ 174520 h 358104"/>
                    <a:gd name="connsiteX42" fmla="*/ 63841 w 317466"/>
                    <a:gd name="connsiteY42" fmla="*/ 174119 h 358104"/>
                    <a:gd name="connsiteX43" fmla="*/ 50966 w 317466"/>
                    <a:gd name="connsiteY43" fmla="*/ 144498 h 358104"/>
                    <a:gd name="connsiteX44" fmla="*/ 50575 w 317466"/>
                    <a:gd name="connsiteY44" fmla="*/ 144436 h 358104"/>
                    <a:gd name="connsiteX45" fmla="*/ 24926 w 317466"/>
                    <a:gd name="connsiteY45" fmla="*/ 223113 h 358104"/>
                    <a:gd name="connsiteX46" fmla="*/ 35121 w 317466"/>
                    <a:gd name="connsiteY46" fmla="*/ 257379 h 358104"/>
                    <a:gd name="connsiteX47" fmla="*/ 35418 w 317466"/>
                    <a:gd name="connsiteY47" fmla="*/ 257384 h 358104"/>
                    <a:gd name="connsiteX48" fmla="*/ 35455 w 317466"/>
                    <a:gd name="connsiteY48" fmla="*/ 257336 h 358104"/>
                    <a:gd name="connsiteX49" fmla="*/ 115253 w 317466"/>
                    <a:gd name="connsiteY49" fmla="*/ 146319 h 358104"/>
                    <a:gd name="connsiteX50" fmla="*/ 180541 w 317466"/>
                    <a:gd name="connsiteY50" fmla="*/ 93300 h 358104"/>
                    <a:gd name="connsiteX51" fmla="*/ 191332 w 317466"/>
                    <a:gd name="connsiteY51" fmla="*/ 88532 h 358104"/>
                    <a:gd name="connsiteX52" fmla="*/ 192544 w 317466"/>
                    <a:gd name="connsiteY52" fmla="*/ 89123 h 358104"/>
                    <a:gd name="connsiteX53" fmla="*/ 192138 w 317466"/>
                    <a:gd name="connsiteY53" fmla="*/ 90248 h 358104"/>
                    <a:gd name="connsiteX54" fmla="*/ 137521 w 317466"/>
                    <a:gd name="connsiteY54" fmla="*/ 135967 h 358104"/>
                    <a:gd name="connsiteX55" fmla="*/ 46341 w 317466"/>
                    <a:gd name="connsiteY55" fmla="*/ 261026 h 358104"/>
                    <a:gd name="connsiteX56" fmla="*/ 43084 w 317466"/>
                    <a:gd name="connsiteY56" fmla="*/ 266834 h 3581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</a:cxnLst>
                  <a:rect l="l" t="t" r="r" b="b"/>
                  <a:pathLst>
                    <a:path w="317466" h="358104">
                      <a:moveTo>
                        <a:pt x="43084" y="266834"/>
                      </a:moveTo>
                      <a:cubicBezTo>
                        <a:pt x="32355" y="284172"/>
                        <a:pt x="9491" y="323492"/>
                        <a:pt x="7" y="357714"/>
                      </a:cubicBezTo>
                      <a:cubicBezTo>
                        <a:pt x="-30" y="357890"/>
                        <a:pt x="82" y="358061"/>
                        <a:pt x="258" y="358098"/>
                      </a:cubicBezTo>
                      <a:cubicBezTo>
                        <a:pt x="378" y="358123"/>
                        <a:pt x="503" y="358078"/>
                        <a:pt x="579" y="357981"/>
                      </a:cubicBezTo>
                      <a:cubicBezTo>
                        <a:pt x="9034" y="347840"/>
                        <a:pt x="18722" y="338795"/>
                        <a:pt x="29418" y="331054"/>
                      </a:cubicBezTo>
                      <a:lnTo>
                        <a:pt x="29418" y="331054"/>
                      </a:lnTo>
                      <a:cubicBezTo>
                        <a:pt x="29552" y="330658"/>
                        <a:pt x="37715" y="307399"/>
                        <a:pt x="61905" y="270625"/>
                      </a:cubicBezTo>
                      <a:cubicBezTo>
                        <a:pt x="61951" y="270553"/>
                        <a:pt x="62035" y="270516"/>
                        <a:pt x="62119" y="270530"/>
                      </a:cubicBezTo>
                      <a:cubicBezTo>
                        <a:pt x="70799" y="271295"/>
                        <a:pt x="79541" y="270185"/>
                        <a:pt x="87754" y="267278"/>
                      </a:cubicBezTo>
                      <a:cubicBezTo>
                        <a:pt x="121214" y="257989"/>
                        <a:pt x="145451" y="226189"/>
                        <a:pt x="147835" y="222932"/>
                      </a:cubicBezTo>
                      <a:cubicBezTo>
                        <a:pt x="147931" y="222803"/>
                        <a:pt x="147835" y="222660"/>
                        <a:pt x="147663" y="222660"/>
                      </a:cubicBezTo>
                      <a:cubicBezTo>
                        <a:pt x="134750" y="222507"/>
                        <a:pt x="122032" y="219487"/>
                        <a:pt x="110428" y="213820"/>
                      </a:cubicBezTo>
                      <a:cubicBezTo>
                        <a:pt x="110133" y="213676"/>
                        <a:pt x="109934" y="213392"/>
                        <a:pt x="109898" y="213066"/>
                      </a:cubicBezTo>
                      <a:cubicBezTo>
                        <a:pt x="109880" y="212933"/>
                        <a:pt x="109893" y="212798"/>
                        <a:pt x="109936" y="212671"/>
                      </a:cubicBezTo>
                      <a:cubicBezTo>
                        <a:pt x="110076" y="212215"/>
                        <a:pt x="110530" y="211932"/>
                        <a:pt x="111000" y="212008"/>
                      </a:cubicBezTo>
                      <a:lnTo>
                        <a:pt x="111028" y="212008"/>
                      </a:lnTo>
                      <a:cubicBezTo>
                        <a:pt x="136556" y="216054"/>
                        <a:pt x="162333" y="206401"/>
                        <a:pt x="178925" y="186583"/>
                      </a:cubicBezTo>
                      <a:cubicBezTo>
                        <a:pt x="189230" y="174193"/>
                        <a:pt x="200554" y="162688"/>
                        <a:pt x="212780" y="152189"/>
                      </a:cubicBezTo>
                      <a:cubicBezTo>
                        <a:pt x="228120" y="139014"/>
                        <a:pt x="247532" y="125934"/>
                        <a:pt x="265470" y="112411"/>
                      </a:cubicBezTo>
                      <a:cubicBezTo>
                        <a:pt x="266404" y="111668"/>
                        <a:pt x="266558" y="110310"/>
                        <a:pt x="265816" y="109376"/>
                      </a:cubicBezTo>
                      <a:cubicBezTo>
                        <a:pt x="265491" y="108968"/>
                        <a:pt x="265030" y="108691"/>
                        <a:pt x="264517" y="108597"/>
                      </a:cubicBezTo>
                      <a:cubicBezTo>
                        <a:pt x="252714" y="106393"/>
                        <a:pt x="241496" y="101771"/>
                        <a:pt x="231567" y="95021"/>
                      </a:cubicBezTo>
                      <a:cubicBezTo>
                        <a:pt x="231335" y="94864"/>
                        <a:pt x="231183" y="94614"/>
                        <a:pt x="231152" y="94335"/>
                      </a:cubicBezTo>
                      <a:cubicBezTo>
                        <a:pt x="231129" y="94155"/>
                        <a:pt x="231159" y="93973"/>
                        <a:pt x="231238" y="93810"/>
                      </a:cubicBezTo>
                      <a:cubicBezTo>
                        <a:pt x="231442" y="93379"/>
                        <a:pt x="231933" y="93166"/>
                        <a:pt x="232387" y="93309"/>
                      </a:cubicBezTo>
                      <a:cubicBezTo>
                        <a:pt x="247366" y="97886"/>
                        <a:pt x="263300" y="98353"/>
                        <a:pt x="278521" y="94664"/>
                      </a:cubicBezTo>
                      <a:cubicBezTo>
                        <a:pt x="287482" y="92451"/>
                        <a:pt x="295518" y="87473"/>
                        <a:pt x="301490" y="80435"/>
                      </a:cubicBezTo>
                      <a:cubicBezTo>
                        <a:pt x="317374" y="61881"/>
                        <a:pt x="323902" y="41935"/>
                        <a:pt x="309411" y="19467"/>
                      </a:cubicBezTo>
                      <a:cubicBezTo>
                        <a:pt x="299531" y="4146"/>
                        <a:pt x="277506" y="-2468"/>
                        <a:pt x="248957" y="827"/>
                      </a:cubicBezTo>
                      <a:cubicBezTo>
                        <a:pt x="232240" y="2589"/>
                        <a:pt x="217926" y="13586"/>
                        <a:pt x="211917" y="29285"/>
                      </a:cubicBezTo>
                      <a:cubicBezTo>
                        <a:pt x="209865" y="34785"/>
                        <a:pt x="208378" y="40479"/>
                        <a:pt x="207478" y="46279"/>
                      </a:cubicBezTo>
                      <a:cubicBezTo>
                        <a:pt x="207478" y="46806"/>
                        <a:pt x="207051" y="47233"/>
                        <a:pt x="206524" y="47233"/>
                      </a:cubicBezTo>
                      <a:cubicBezTo>
                        <a:pt x="205997" y="47233"/>
                        <a:pt x="205570" y="46806"/>
                        <a:pt x="205570" y="46279"/>
                      </a:cubicBezTo>
                      <a:cubicBezTo>
                        <a:pt x="205432" y="45326"/>
                        <a:pt x="205313" y="44372"/>
                        <a:pt x="205203" y="43418"/>
                      </a:cubicBezTo>
                      <a:cubicBezTo>
                        <a:pt x="204143" y="33942"/>
                        <a:pt x="204647" y="24355"/>
                        <a:pt x="206696" y="15042"/>
                      </a:cubicBezTo>
                      <a:cubicBezTo>
                        <a:pt x="206976" y="13909"/>
                        <a:pt x="206286" y="12764"/>
                        <a:pt x="205154" y="12483"/>
                      </a:cubicBezTo>
                      <a:cubicBezTo>
                        <a:pt x="204742" y="12381"/>
                        <a:pt x="204309" y="12405"/>
                        <a:pt x="203911" y="12553"/>
                      </a:cubicBezTo>
                      <a:cubicBezTo>
                        <a:pt x="181541" y="21521"/>
                        <a:pt x="160393" y="33277"/>
                        <a:pt x="140969" y="47543"/>
                      </a:cubicBezTo>
                      <a:cubicBezTo>
                        <a:pt x="118474" y="63733"/>
                        <a:pt x="97843" y="82369"/>
                        <a:pt x="79457" y="103108"/>
                      </a:cubicBezTo>
                      <a:cubicBezTo>
                        <a:pt x="67655" y="116365"/>
                        <a:pt x="61346" y="133620"/>
                        <a:pt x="61814" y="151364"/>
                      </a:cubicBezTo>
                      <a:cubicBezTo>
                        <a:pt x="62109" y="158806"/>
                        <a:pt x="63366" y="166179"/>
                        <a:pt x="65553" y="173298"/>
                      </a:cubicBezTo>
                      <a:cubicBezTo>
                        <a:pt x="65732" y="173793"/>
                        <a:pt x="65477" y="174341"/>
                        <a:pt x="64982" y="174520"/>
                      </a:cubicBezTo>
                      <a:cubicBezTo>
                        <a:pt x="64555" y="174676"/>
                        <a:pt x="64077" y="174508"/>
                        <a:pt x="63841" y="174119"/>
                      </a:cubicBezTo>
                      <a:cubicBezTo>
                        <a:pt x="57740" y="165134"/>
                        <a:pt x="53373" y="155088"/>
                        <a:pt x="50966" y="144498"/>
                      </a:cubicBezTo>
                      <a:lnTo>
                        <a:pt x="50575" y="144436"/>
                      </a:lnTo>
                      <a:cubicBezTo>
                        <a:pt x="39188" y="166270"/>
                        <a:pt x="26872" y="200468"/>
                        <a:pt x="24926" y="223113"/>
                      </a:cubicBezTo>
                      <a:cubicBezTo>
                        <a:pt x="23701" y="237476"/>
                        <a:pt x="27725" y="250360"/>
                        <a:pt x="35121" y="257379"/>
                      </a:cubicBezTo>
                      <a:cubicBezTo>
                        <a:pt x="35202" y="257462"/>
                        <a:pt x="35334" y="257464"/>
                        <a:pt x="35418" y="257384"/>
                      </a:cubicBezTo>
                      <a:cubicBezTo>
                        <a:pt x="35432" y="257370"/>
                        <a:pt x="35445" y="257353"/>
                        <a:pt x="35455" y="257336"/>
                      </a:cubicBezTo>
                      <a:cubicBezTo>
                        <a:pt x="53331" y="225807"/>
                        <a:pt x="89499" y="172111"/>
                        <a:pt x="115253" y="146319"/>
                      </a:cubicBezTo>
                      <a:cubicBezTo>
                        <a:pt x="134885" y="126172"/>
                        <a:pt x="156795" y="108380"/>
                        <a:pt x="180541" y="93300"/>
                      </a:cubicBezTo>
                      <a:cubicBezTo>
                        <a:pt x="183886" y="91191"/>
                        <a:pt x="187521" y="89585"/>
                        <a:pt x="191332" y="88532"/>
                      </a:cubicBezTo>
                      <a:cubicBezTo>
                        <a:pt x="191830" y="88360"/>
                        <a:pt x="192373" y="88625"/>
                        <a:pt x="192544" y="89123"/>
                      </a:cubicBezTo>
                      <a:cubicBezTo>
                        <a:pt x="192690" y="89547"/>
                        <a:pt x="192521" y="90015"/>
                        <a:pt x="192138" y="90248"/>
                      </a:cubicBezTo>
                      <a:cubicBezTo>
                        <a:pt x="172611" y="103836"/>
                        <a:pt x="154333" y="119136"/>
                        <a:pt x="137521" y="135967"/>
                      </a:cubicBezTo>
                      <a:cubicBezTo>
                        <a:pt x="107805" y="165712"/>
                        <a:pt x="66320" y="223004"/>
                        <a:pt x="46341" y="261026"/>
                      </a:cubicBezTo>
                      <a:cubicBezTo>
                        <a:pt x="45297" y="263029"/>
                        <a:pt x="44243" y="264932"/>
                        <a:pt x="43084" y="266834"/>
                      </a:cubicBezTo>
                      <a:close/>
                    </a:path>
                  </a:pathLst>
                </a:custGeom>
                <a:grpFill/>
                <a:ln w="4763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微软雅黑" charset="-122"/>
                    <a:ea typeface="微软雅黑" charset="-122"/>
                    <a:cs typeface="Times New Roman" panose="02020503050405090304" pitchFamily="18" charset="0"/>
                    <a:sym typeface="微软雅黑" charset="-122"/>
                  </a:endParaRPr>
                </a:p>
              </p:txBody>
            </p:sp>
          </p:grpSp>
          <p:grpSp>
            <p:nvGrpSpPr>
              <p:cNvPr id="31" name="组合 30"/>
              <p:cNvGrpSpPr/>
              <p:nvPr/>
            </p:nvGrpSpPr>
            <p:grpSpPr>
              <a:xfrm>
                <a:off x="1157510" y="3805708"/>
                <a:ext cx="556863" cy="458506"/>
                <a:chOff x="1034170" y="-1405916"/>
                <a:chExt cx="1649069" cy="1357800"/>
              </a:xfrm>
            </p:grpSpPr>
            <p:pic>
              <p:nvPicPr>
                <p:cNvPr id="32" name="图形 38" descr="网络 纯色填充"/>
                <p:cNvPicPr>
                  <a:picLocks noChangeAspect="1"/>
                </p:cNvPicPr>
                <p:nvPr/>
              </p:nvPicPr>
              <p:blipFill>
                <a:blip r:embed="rId13">
                  <a:extLst>
                    <a:ext uri="{96DAC541-7B7A-43D3-8B79-37D633B846F1}">
                      <asvg:svgBlip xmlns:asvg="http://schemas.microsoft.com/office/drawing/2016/SVG/main" r:embed="rId1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325439" y="-1405916"/>
                  <a:ext cx="1357800" cy="1357800"/>
                </a:xfrm>
                <a:prstGeom prst="rect">
                  <a:avLst/>
                </a:prstGeom>
              </p:spPr>
            </p:pic>
            <p:pic>
              <p:nvPicPr>
                <p:cNvPr id="34" name="图形 39" descr="放大镜 纯色填充"/>
                <p:cNvPicPr>
                  <a:picLocks noChangeAspect="1"/>
                </p:cNvPicPr>
                <p:nvPr/>
              </p:nvPicPr>
              <p:blipFill>
                <a:blip r:embed="rId15">
                  <a:extLst>
                    <a:ext uri="{96DAC541-7B7A-43D3-8B79-37D633B846F1}">
                      <asvg:svgBlip xmlns:asvg="http://schemas.microsoft.com/office/drawing/2016/SVG/main" r:embed="rId16"/>
                    </a:ext>
                  </a:extLst>
                </a:blip>
                <a:stretch>
                  <a:fillRect/>
                </a:stretch>
              </p:blipFill>
              <p:spPr>
                <a:xfrm flipH="1">
                  <a:off x="1034170" y="-1199296"/>
                  <a:ext cx="914400" cy="914399"/>
                </a:xfrm>
                <a:prstGeom prst="rect">
                  <a:avLst/>
                </a:prstGeom>
              </p:spPr>
            </p:pic>
          </p:grpSp>
          <p:sp>
            <p:nvSpPr>
              <p:cNvPr id="35" name="文本框 22"/>
              <p:cNvSpPr txBox="1"/>
              <p:nvPr/>
            </p:nvSpPr>
            <p:spPr>
              <a:xfrm>
                <a:off x="2286382" y="2450993"/>
                <a:ext cx="646332" cy="36933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971515"/>
                    </a:solidFill>
                    <a:effectLst/>
                    <a:uLnTx/>
                    <a:uFillTx/>
                    <a:latin typeface="微软雅黑" charset="-122"/>
                    <a:ea typeface="微软雅黑" charset="-122"/>
                    <a:cs typeface="Times New Roman" panose="02020503050405090304" pitchFamily="18" charset="0"/>
                    <a:sym typeface="微软雅黑" charset="-122"/>
                  </a:rPr>
                  <a:t>实验</a:t>
                </a:r>
                <a:endParaRPr kumimoji="0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srgbClr val="971515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Times New Roman" panose="02020503050405090304" pitchFamily="18" charset="0"/>
                  <a:sym typeface="微软雅黑" charset="-122"/>
                </a:endParaRPr>
              </a:p>
            </p:txBody>
          </p:sp>
          <p:pic>
            <p:nvPicPr>
              <p:cNvPr id="36" name="图形 23" descr="计算机 轮廓"/>
              <p:cNvPicPr>
                <a:picLocks noChangeAspect="1"/>
              </p:cNvPicPr>
              <p:nvPr/>
            </p:nvPicPr>
            <p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/>
              </a:stretch>
            </p:blipFill>
            <p:spPr>
              <a:xfrm>
                <a:off x="1632782" y="5154356"/>
                <a:ext cx="514520" cy="514520"/>
              </a:xfrm>
              <a:prstGeom prst="rect">
                <a:avLst/>
              </a:prstGeom>
            </p:spPr>
          </p:pic>
          <p:sp>
            <p:nvSpPr>
              <p:cNvPr id="37" name="文本框 34"/>
              <p:cNvSpPr txBox="1"/>
              <p:nvPr/>
            </p:nvSpPr>
            <p:spPr>
              <a:xfrm>
                <a:off x="1326916" y="5808869"/>
                <a:ext cx="1114409" cy="36933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971515"/>
                    </a:solidFill>
                    <a:effectLst/>
                    <a:uLnTx/>
                    <a:uFillTx/>
                    <a:latin typeface="微软雅黑" charset="-122"/>
                    <a:ea typeface="微软雅黑" charset="-122"/>
                    <a:cs typeface="Times New Roman" panose="02020503050405090304" pitchFamily="18" charset="0"/>
                    <a:sym typeface="微软雅黑" charset="-122"/>
                  </a:rPr>
                  <a:t>计算模拟</a:t>
                </a:r>
                <a:endParaRPr kumimoji="0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srgbClr val="971515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Times New Roman" panose="02020503050405090304" pitchFamily="18" charset="0"/>
                  <a:sym typeface="微软雅黑" charset="-122"/>
                </a:endParaRPr>
              </a:p>
            </p:txBody>
          </p:sp>
          <p:pic>
            <p:nvPicPr>
              <p:cNvPr id="38" name="图形 35" descr="统计数据 轮廓"/>
              <p:cNvPicPr>
                <a:picLocks noChangeAspect="1"/>
              </p:cNvPicPr>
              <p:nvPr/>
            </p:nvPicPr>
            <p:blipFill>
              <a:blip r:embed="rId19"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tretch>
                <a:fillRect/>
              </a:stretch>
            </p:blipFill>
            <p:spPr>
              <a:xfrm>
                <a:off x="3070158" y="5154356"/>
                <a:ext cx="506561" cy="506561"/>
              </a:xfrm>
              <a:prstGeom prst="rect">
                <a:avLst/>
              </a:prstGeom>
            </p:spPr>
          </p:pic>
          <p:sp>
            <p:nvSpPr>
              <p:cNvPr id="39" name="文本框 36"/>
              <p:cNvSpPr txBox="1"/>
              <p:nvPr/>
            </p:nvSpPr>
            <p:spPr>
              <a:xfrm>
                <a:off x="2765854" y="5805059"/>
                <a:ext cx="1114409" cy="36933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971515"/>
                    </a:solidFill>
                    <a:effectLst/>
                    <a:uLnTx/>
                    <a:uFillTx/>
                    <a:latin typeface="微软雅黑" charset="-122"/>
                    <a:ea typeface="微软雅黑" charset="-122"/>
                    <a:cs typeface="Times New Roman" panose="02020503050405090304" pitchFamily="18" charset="0"/>
                    <a:sym typeface="微软雅黑" charset="-122"/>
                  </a:rPr>
                  <a:t>数据驱动</a:t>
                </a:r>
                <a:endParaRPr kumimoji="0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srgbClr val="971515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Times New Roman" panose="02020503050405090304" pitchFamily="18" charset="0"/>
                  <a:sym typeface="微软雅黑" charset="-122"/>
                </a:endParaRPr>
              </a:p>
            </p:txBody>
          </p:sp>
          <p:pic>
            <p:nvPicPr>
              <p:cNvPr id="40" name="图形 37"/>
              <p:cNvPicPr>
                <a:picLocks noChangeAspect="1"/>
              </p:cNvPicPr>
              <p:nvPr/>
            </p:nvPicPr>
            <p:blipFill>
              <a:blip r:embed="rId21">
                <a:extLst>
                  <a:ext uri="{96DAC541-7B7A-43D3-8B79-37D633B846F1}">
                    <asvg:svgBlip xmlns:asvg="http://schemas.microsoft.com/office/drawing/2016/SVG/main" r:embed="rId22"/>
                  </a:ext>
                </a:extLst>
              </a:blip>
              <a:stretch>
                <a:fillRect/>
              </a:stretch>
            </p:blipFill>
            <p:spPr>
              <a:xfrm>
                <a:off x="3467939" y="3712602"/>
                <a:ext cx="610322" cy="610322"/>
              </a:xfrm>
              <a:prstGeom prst="rect">
                <a:avLst/>
              </a:prstGeom>
            </p:spPr>
          </p:pic>
        </p:grpSp>
        <p:sp>
          <p:nvSpPr>
            <p:cNvPr id="41" name="文本框 16"/>
            <p:cNvSpPr txBox="1"/>
            <p:nvPr/>
          </p:nvSpPr>
          <p:spPr>
            <a:xfrm>
              <a:off x="11607447" y="7012818"/>
              <a:ext cx="1301959" cy="5232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i="0" u="none" strike="noStrike" kern="0" cap="none" spc="0" normalizeH="0" baseline="0" noProof="0">
                  <a:ln>
                    <a:noFill/>
                  </a:ln>
                  <a:solidFill>
                    <a:srgbClr val="971515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Times New Roman" panose="02020503050405090304" pitchFamily="18" charset="0"/>
                  <a:sym typeface="微软雅黑" charset="-122"/>
                </a:rPr>
                <a:t>AI</a:t>
              </a:r>
              <a:r>
                <a:rPr kumimoji="0" lang="zh-CN" altLang="en-US" sz="2800" b="1" i="0" u="none" strike="noStrike" kern="0" cap="none" spc="0" normalizeH="0" baseline="0" noProof="0">
                  <a:ln>
                    <a:noFill/>
                  </a:ln>
                  <a:solidFill>
                    <a:srgbClr val="971515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Times New Roman" panose="02020503050405090304" pitchFamily="18" charset="0"/>
                  <a:sym typeface="微软雅黑" charset="-122"/>
                </a:rPr>
                <a:t>算法</a:t>
              </a:r>
              <a:endPara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971515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Times New Roman" panose="02020503050405090304" pitchFamily="18" charset="0"/>
                <a:sym typeface="微软雅黑" charset="-122"/>
              </a:endParaRPr>
            </a:p>
          </p:txBody>
        </p:sp>
      </p:grpSp>
      <p:pic>
        <p:nvPicPr>
          <p:cNvPr id="43" name="图片 42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816850" y="906145"/>
            <a:ext cx="3531235" cy="3527425"/>
          </a:xfrm>
          <a:prstGeom prst="rect">
            <a:avLst/>
          </a:prstGeom>
        </p:spPr>
      </p:pic>
      <p:sp>
        <p:nvSpPr>
          <p:cNvPr id="44" name="箭头: 右 111"/>
          <p:cNvSpPr/>
          <p:nvPr/>
        </p:nvSpPr>
        <p:spPr>
          <a:xfrm>
            <a:off x="6454140" y="2272030"/>
            <a:ext cx="1107440" cy="369570"/>
          </a:xfrm>
          <a:prstGeom prst="rightArrow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solidFill>
              <a:srgbClr val="5B9BD5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  <a:sym typeface="微软雅黑" charset="-122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6345555" y="2641600"/>
            <a:ext cx="121602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kumimoji="1" lang="zh-CN" altLang="en-US" sz="2000" b="1" dirty="0">
                <a:sym typeface="+mn-ea"/>
              </a:rPr>
              <a:t>合成</a:t>
            </a:r>
            <a:r>
              <a:rPr kumimoji="1" lang="zh-CN" altLang="en-US" sz="2000" b="1" dirty="0">
                <a:sym typeface="+mn-ea"/>
              </a:rPr>
              <a:t>方案</a:t>
            </a:r>
            <a:endParaRPr kumimoji="1" lang="zh-CN" altLang="en-US" sz="2000" b="1" dirty="0">
              <a:sym typeface="+mn-ea"/>
            </a:endParaRPr>
          </a:p>
        </p:txBody>
      </p:sp>
      <p:sp>
        <p:nvSpPr>
          <p:cNvPr id="46" name="上下箭头 45"/>
          <p:cNvSpPr/>
          <p:nvPr/>
        </p:nvSpPr>
        <p:spPr>
          <a:xfrm>
            <a:off x="6706870" y="3082925"/>
            <a:ext cx="420370" cy="1340485"/>
          </a:xfrm>
          <a:prstGeom prst="upDownArrow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5960" y="287655"/>
            <a:ext cx="9479280" cy="482600"/>
          </a:xfrm>
        </p:spPr>
        <p:txBody>
          <a:bodyPr/>
          <a:lstStyle/>
          <a:p>
            <a:r>
              <a:rPr kumimoji="1" lang="zh-CN" altLang="en-US" sz="2800" b="1" dirty="0">
                <a:solidFill>
                  <a:schemeClr val="tx1"/>
                </a:solidFill>
              </a:rPr>
              <a:t>从研究方案到 </a:t>
            </a:r>
            <a:r>
              <a:rPr kumimoji="1" lang="en-US" altLang="zh-CN" sz="2800" b="1" dirty="0">
                <a:solidFill>
                  <a:schemeClr val="tx1"/>
                </a:solidFill>
              </a:rPr>
              <a:t>OpenLab </a:t>
            </a:r>
            <a:r>
              <a:rPr kumimoji="1" lang="zh-CN" altLang="en-US" sz="2800" b="1" dirty="0">
                <a:solidFill>
                  <a:schemeClr val="tx1"/>
                </a:solidFill>
              </a:rPr>
              <a:t>工作流与仿真执行</a:t>
            </a:r>
            <a:r>
              <a:rPr kumimoji="1" lang="en-US" altLang="zh-CN" sz="2800" b="1" dirty="0">
                <a:solidFill>
                  <a:schemeClr val="tx1"/>
                </a:solidFill>
              </a:rPr>
              <a:t>  （</a:t>
            </a:r>
            <a:r>
              <a:rPr kumimoji="1" lang="zh-CN" altLang="en-US" sz="2800" b="1" dirty="0">
                <a:solidFill>
                  <a:schemeClr val="tx1"/>
                </a:solidFill>
              </a:rPr>
              <a:t>整体方案</a:t>
            </a:r>
            <a:r>
              <a:rPr kumimoji="1" lang="en-US" altLang="zh-CN" sz="2800" b="1" dirty="0">
                <a:solidFill>
                  <a:schemeClr val="tx1"/>
                </a:solidFill>
              </a:rPr>
              <a:t>）</a:t>
            </a:r>
            <a:endParaRPr kumimoji="1" lang="en-US" altLang="zh-CN" sz="2800" b="1" dirty="0">
              <a:solidFill>
                <a:schemeClr val="tx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0" y="220345"/>
            <a:ext cx="420370" cy="617220"/>
          </a:xfrm>
          <a:prstGeom prst="rect">
            <a:avLst/>
          </a:prstGeom>
          <a:solidFill>
            <a:srgbClr val="0356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524510" y="220345"/>
            <a:ext cx="171450" cy="617220"/>
          </a:xfrm>
          <a:prstGeom prst="rect">
            <a:avLst/>
          </a:prstGeom>
          <a:solidFill>
            <a:srgbClr val="0356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61" name="组合 60"/>
          <p:cNvGrpSpPr/>
          <p:nvPr/>
        </p:nvGrpSpPr>
        <p:grpSpPr>
          <a:xfrm>
            <a:off x="916343" y="1864115"/>
            <a:ext cx="1185596" cy="1223836"/>
            <a:chOff x="9080872" y="3297234"/>
            <a:chExt cx="513094" cy="529643"/>
          </a:xfrm>
        </p:grpSpPr>
        <p:sp>
          <p:nvSpPr>
            <p:cNvPr id="62" name="不完整圆 11"/>
            <p:cNvSpPr/>
            <p:nvPr/>
          </p:nvSpPr>
          <p:spPr>
            <a:xfrm>
              <a:off x="9115644" y="3297234"/>
              <a:ext cx="478322" cy="478321"/>
            </a:xfrm>
            <a:prstGeom prst="pie">
              <a:avLst>
                <a:gd name="adj1" fmla="val 16200000"/>
                <a:gd name="adj2" fmla="val 20188622"/>
              </a:avLst>
            </a:prstGeom>
            <a:solidFill>
              <a:srgbClr val="6D8691"/>
            </a:solidFill>
            <a:ln w="28575" cap="flat">
              <a:solidFill>
                <a:srgbClr val="1B3141"/>
              </a:solidFill>
              <a:prstDash val="solid"/>
              <a:miter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schemeClr val="tx1"/>
                </a:solidFill>
                <a:latin typeface="微软雅黑" charset="-122"/>
                <a:ea typeface="微软雅黑" charset="-122"/>
                <a:sym typeface="微软雅黑" charset="-122"/>
              </a:endParaRPr>
            </a:p>
          </p:txBody>
        </p:sp>
        <p:sp>
          <p:nvSpPr>
            <p:cNvPr id="63" name="不完整圆 12"/>
            <p:cNvSpPr/>
            <p:nvPr/>
          </p:nvSpPr>
          <p:spPr>
            <a:xfrm>
              <a:off x="9080872" y="3348556"/>
              <a:ext cx="478321" cy="478321"/>
            </a:xfrm>
            <a:prstGeom prst="pie">
              <a:avLst>
                <a:gd name="adj1" fmla="val 20157919"/>
                <a:gd name="adj2" fmla="val 16200000"/>
              </a:avLst>
            </a:prstGeom>
            <a:solidFill>
              <a:srgbClr val="BFC8CC"/>
            </a:solidFill>
            <a:ln w="28575">
              <a:solidFill>
                <a:srgbClr val="1B314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schemeClr val="tx1"/>
                </a:solidFill>
                <a:latin typeface="微软雅黑" charset="-122"/>
                <a:ea typeface="微软雅黑" charset="-122"/>
                <a:sym typeface="微软雅黑" charset="-122"/>
              </a:endParaRPr>
            </a:p>
          </p:txBody>
        </p:sp>
      </p:grpSp>
      <p:sp>
        <p:nvSpPr>
          <p:cNvPr id="64" name="文本框 36"/>
          <p:cNvSpPr txBox="1"/>
          <p:nvPr/>
        </p:nvSpPr>
        <p:spPr>
          <a:xfrm>
            <a:off x="2245089" y="2136620"/>
            <a:ext cx="16330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latin typeface="微软雅黑" charset="-122"/>
                <a:ea typeface="微软雅黑" charset="-122"/>
                <a:sym typeface="微软雅黑" charset="-122"/>
              </a:rPr>
              <a:t>~20%</a:t>
            </a:r>
            <a:r>
              <a:rPr lang="zh-CN" altLang="en-US" dirty="0">
                <a:latin typeface="微软雅黑" charset="-122"/>
                <a:ea typeface="微软雅黑" charset="-122"/>
                <a:sym typeface="微软雅黑" charset="-122"/>
              </a:rPr>
              <a:t>的化学期刊比例</a:t>
            </a:r>
            <a:endParaRPr lang="en-US" altLang="zh-CN" dirty="0">
              <a:latin typeface="微软雅黑" charset="-122"/>
              <a:ea typeface="微软雅黑" charset="-122"/>
              <a:sym typeface="微软雅黑" charset="-122"/>
            </a:endParaRPr>
          </a:p>
        </p:txBody>
      </p:sp>
      <p:sp>
        <p:nvSpPr>
          <p:cNvPr id="65" name="矩形: 圆角 10"/>
          <p:cNvSpPr/>
          <p:nvPr/>
        </p:nvSpPr>
        <p:spPr>
          <a:xfrm rot="10800000" flipV="1">
            <a:off x="524653" y="1110669"/>
            <a:ext cx="3671284" cy="449752"/>
          </a:xfrm>
          <a:prstGeom prst="roundRect">
            <a:avLst>
              <a:gd name="adj" fmla="val 27993"/>
            </a:avLst>
          </a:prstGeom>
          <a:solidFill>
            <a:srgbClr val="154A97"/>
          </a:solidFill>
          <a:ln w="28575"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97000">
                  <a:schemeClr val="bg1">
                    <a:lumMod val="85000"/>
                  </a:schemeClr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b="1">
                <a:latin typeface="微软雅黑" charset="-122"/>
                <a:ea typeface="微软雅黑" charset="-122"/>
                <a:sym typeface="微软雅黑" charset="-122"/>
              </a:rPr>
              <a:t>88,343,822</a:t>
            </a:r>
            <a:r>
              <a:rPr lang="zh-CN" altLang="en-US" b="1">
                <a:latin typeface="微软雅黑" charset="-122"/>
                <a:ea typeface="微软雅黑" charset="-122"/>
                <a:sym typeface="微软雅黑" charset="-122"/>
              </a:rPr>
              <a:t>篇文献 共计 </a:t>
            </a:r>
            <a:r>
              <a:rPr lang="en-US" altLang="zh-CN" b="1">
                <a:latin typeface="微软雅黑" charset="-122"/>
                <a:ea typeface="微软雅黑" charset="-122"/>
                <a:sym typeface="微软雅黑" charset="-122"/>
              </a:rPr>
              <a:t>80.5 TB</a:t>
            </a:r>
            <a:endParaRPr lang="zh-CN" altLang="en-US">
              <a:latin typeface="微软雅黑" charset="-122"/>
              <a:ea typeface="微软雅黑" charset="-122"/>
              <a:sym typeface="微软雅黑" charset="-122"/>
            </a:endParaRPr>
          </a:p>
        </p:txBody>
      </p:sp>
      <p:pic>
        <p:nvPicPr>
          <p:cNvPr id="66" name="图片 65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433435" y="4408805"/>
            <a:ext cx="3277870" cy="2264410"/>
          </a:xfrm>
          <a:prstGeom prst="rect">
            <a:avLst/>
          </a:prstGeom>
        </p:spPr>
      </p:pic>
      <p:grpSp>
        <p:nvGrpSpPr>
          <p:cNvPr id="67" name="组合 66"/>
          <p:cNvGrpSpPr/>
          <p:nvPr/>
        </p:nvGrpSpPr>
        <p:grpSpPr>
          <a:xfrm>
            <a:off x="705248" y="5026352"/>
            <a:ext cx="1213767" cy="1600522"/>
            <a:chOff x="7577247" y="4332286"/>
            <a:chExt cx="1213767" cy="1600522"/>
          </a:xfrm>
        </p:grpSpPr>
        <p:sp>
          <p:nvSpPr>
            <p:cNvPr id="68" name="任意多边形: 形状 66"/>
            <p:cNvSpPr/>
            <p:nvPr/>
          </p:nvSpPr>
          <p:spPr>
            <a:xfrm>
              <a:off x="7646715" y="4683316"/>
              <a:ext cx="104770" cy="1113601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1113601"/>
                  </a:lnTo>
                  <a:lnTo>
                    <a:pt x="104770" y="1113601"/>
                  </a:lnTo>
                </a:path>
              </a:pathLst>
            </a:custGeom>
            <a:noFill/>
            <a:ln w="12700" cap="flat" cmpd="sng" algn="ctr">
              <a:solidFill>
                <a:srgbClr val="5B9BD5">
                  <a:tint val="90000"/>
                  <a:hueOff val="0"/>
                  <a:satOff val="0"/>
                  <a:lumOff val="0"/>
                  <a:alphaOff val="0"/>
                </a:srgbClr>
              </a:solidFill>
              <a:prstDash val="solid"/>
              <a:miter lim="800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endParaRPr>
            </a:p>
          </p:txBody>
        </p:sp>
        <p:sp>
          <p:nvSpPr>
            <p:cNvPr id="79" name="任意多边形: 形状 67"/>
            <p:cNvSpPr/>
            <p:nvPr/>
          </p:nvSpPr>
          <p:spPr>
            <a:xfrm>
              <a:off x="7646715" y="4683316"/>
              <a:ext cx="104770" cy="704412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704412"/>
                  </a:lnTo>
                  <a:lnTo>
                    <a:pt x="104770" y="704412"/>
                  </a:lnTo>
                </a:path>
              </a:pathLst>
            </a:custGeom>
            <a:noFill/>
            <a:ln w="12700" cap="flat" cmpd="sng" algn="ctr">
              <a:solidFill>
                <a:srgbClr val="5B9BD5">
                  <a:tint val="90000"/>
                  <a:hueOff val="0"/>
                  <a:satOff val="0"/>
                  <a:lumOff val="0"/>
                  <a:alphaOff val="0"/>
                </a:srgbClr>
              </a:solidFill>
              <a:prstDash val="solid"/>
              <a:miter lim="800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endParaRPr>
            </a:p>
          </p:txBody>
        </p:sp>
        <p:sp>
          <p:nvSpPr>
            <p:cNvPr id="80" name="任意多边形: 形状 68"/>
            <p:cNvSpPr/>
            <p:nvPr/>
          </p:nvSpPr>
          <p:spPr>
            <a:xfrm>
              <a:off x="7646715" y="4683316"/>
              <a:ext cx="104770" cy="276237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276237"/>
                  </a:lnTo>
                  <a:lnTo>
                    <a:pt x="104770" y="276237"/>
                  </a:lnTo>
                </a:path>
              </a:pathLst>
            </a:custGeom>
            <a:noFill/>
            <a:ln w="12700" cap="flat" cmpd="sng" algn="ctr">
              <a:solidFill>
                <a:srgbClr val="5B9BD5">
                  <a:tint val="90000"/>
                  <a:hueOff val="0"/>
                  <a:satOff val="0"/>
                  <a:lumOff val="0"/>
                  <a:alphaOff val="0"/>
                </a:srgbClr>
              </a:solidFill>
              <a:prstDash val="solid"/>
              <a:miter lim="800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endParaRPr>
            </a:p>
          </p:txBody>
        </p:sp>
        <p:sp>
          <p:nvSpPr>
            <p:cNvPr id="81" name="任意多边形: 形状 69"/>
            <p:cNvSpPr/>
            <p:nvPr/>
          </p:nvSpPr>
          <p:spPr>
            <a:xfrm>
              <a:off x="7577247" y="4332286"/>
              <a:ext cx="694687" cy="351029"/>
            </a:xfrm>
            <a:custGeom>
              <a:avLst/>
              <a:gdLst>
                <a:gd name="connsiteX0" fmla="*/ 0 w 694687"/>
                <a:gd name="connsiteY0" fmla="*/ 0 h 351029"/>
                <a:gd name="connsiteX1" fmla="*/ 694687 w 694687"/>
                <a:gd name="connsiteY1" fmla="*/ 0 h 351029"/>
                <a:gd name="connsiteX2" fmla="*/ 694687 w 694687"/>
                <a:gd name="connsiteY2" fmla="*/ 351029 h 351029"/>
                <a:gd name="connsiteX3" fmla="*/ 0 w 694687"/>
                <a:gd name="connsiteY3" fmla="*/ 351029 h 351029"/>
                <a:gd name="connsiteX4" fmla="*/ 0 w 694687"/>
                <a:gd name="connsiteY4" fmla="*/ 0 h 351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4687" h="351029">
                  <a:moveTo>
                    <a:pt x="0" y="0"/>
                  </a:moveTo>
                  <a:lnTo>
                    <a:pt x="694687" y="0"/>
                  </a:lnTo>
                  <a:lnTo>
                    <a:pt x="694687" y="351029"/>
                  </a:lnTo>
                  <a:lnTo>
                    <a:pt x="0" y="3510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472C4">
                <a:lumMod val="75000"/>
              </a:srgbClr>
            </a:solidFill>
            <a:ln w="12700" cap="flat" cmpd="sng" algn="ctr">
              <a:solidFill>
                <a:sysClr val="window" lastClr="FFFFFF">
                  <a:hueOff val="0"/>
                  <a:satOff val="0"/>
                  <a:lumOff val="0"/>
                  <a:alphaOff val="0"/>
                </a:sysClr>
              </a:solidFill>
              <a:prstDash val="solid"/>
              <a:miter lim="800000"/>
            </a:ln>
            <a:effectLst/>
          </p:spPr>
          <p:txBody>
            <a:bodyPr spcFirstLastPara="0" vert="horz" wrap="square" lIns="10160" tIns="10160" rIns="10160" bIns="10160" numCol="1" spcCol="1270" anchor="ctr" anchorCtr="0">
              <a:noAutofit/>
            </a:bodyPr>
            <a:lstStyle/>
            <a:p>
              <a:pPr marL="0" marR="0" lvl="0" indent="0" algn="ctr" defTabSz="7112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  <a:sym typeface="微软雅黑" charset="-122"/>
                </a:rPr>
                <a:t>方法</a:t>
              </a:r>
              <a:endParaRPr kumimoji="0" lang="zh-CN" altLang="en-US" sz="16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endParaRPr>
            </a:p>
          </p:txBody>
        </p:sp>
        <p:sp>
          <p:nvSpPr>
            <p:cNvPr id="82" name="任意多边形: 形状 70"/>
            <p:cNvSpPr/>
            <p:nvPr/>
          </p:nvSpPr>
          <p:spPr>
            <a:xfrm>
              <a:off x="7751486" y="4823663"/>
              <a:ext cx="1039528" cy="271782"/>
            </a:xfrm>
            <a:custGeom>
              <a:avLst/>
              <a:gdLst>
                <a:gd name="connsiteX0" fmla="*/ 0 w 1039528"/>
                <a:gd name="connsiteY0" fmla="*/ 0 h 271782"/>
                <a:gd name="connsiteX1" fmla="*/ 1039528 w 1039528"/>
                <a:gd name="connsiteY1" fmla="*/ 0 h 271782"/>
                <a:gd name="connsiteX2" fmla="*/ 1039528 w 1039528"/>
                <a:gd name="connsiteY2" fmla="*/ 271782 h 271782"/>
                <a:gd name="connsiteX3" fmla="*/ 0 w 1039528"/>
                <a:gd name="connsiteY3" fmla="*/ 271782 h 271782"/>
                <a:gd name="connsiteX4" fmla="*/ 0 w 1039528"/>
                <a:gd name="connsiteY4" fmla="*/ 0 h 2717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39528" h="271782">
                  <a:moveTo>
                    <a:pt x="0" y="0"/>
                  </a:moveTo>
                  <a:lnTo>
                    <a:pt x="1039528" y="0"/>
                  </a:lnTo>
                  <a:lnTo>
                    <a:pt x="1039528" y="271782"/>
                  </a:lnTo>
                  <a:lnTo>
                    <a:pt x="0" y="2717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472C4">
                <a:lumMod val="75000"/>
              </a:srgbClr>
            </a:solidFill>
            <a:ln w="12700" cap="flat" cmpd="sng" algn="ctr">
              <a:solidFill>
                <a:sysClr val="window" lastClr="FFFFFF">
                  <a:hueOff val="0"/>
                  <a:satOff val="0"/>
                  <a:lumOff val="0"/>
                  <a:alphaOff val="0"/>
                </a:sysClr>
              </a:solidFill>
              <a:prstDash val="solid"/>
              <a:miter lim="800000"/>
            </a:ln>
            <a:effectLst/>
          </p:spPr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marL="0" marR="0" lvl="0" indent="0" algn="ctr" defTabSz="466725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1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  <a:sym typeface="微软雅黑" charset="-122"/>
                </a:rPr>
                <a:t>Sol-Gel</a:t>
              </a:r>
              <a:endParaRPr kumimoji="0" lang="zh-CN" altLang="en-US" sz="11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endParaRPr>
            </a:p>
          </p:txBody>
        </p:sp>
        <p:sp>
          <p:nvSpPr>
            <p:cNvPr id="83" name="任意多边形: 形状 71"/>
            <p:cNvSpPr/>
            <p:nvPr/>
          </p:nvSpPr>
          <p:spPr>
            <a:xfrm>
              <a:off x="7751486" y="5251837"/>
              <a:ext cx="1039528" cy="271782"/>
            </a:xfrm>
            <a:custGeom>
              <a:avLst/>
              <a:gdLst>
                <a:gd name="connsiteX0" fmla="*/ 0 w 1039528"/>
                <a:gd name="connsiteY0" fmla="*/ 0 h 271782"/>
                <a:gd name="connsiteX1" fmla="*/ 1039528 w 1039528"/>
                <a:gd name="connsiteY1" fmla="*/ 0 h 271782"/>
                <a:gd name="connsiteX2" fmla="*/ 1039528 w 1039528"/>
                <a:gd name="connsiteY2" fmla="*/ 271782 h 271782"/>
                <a:gd name="connsiteX3" fmla="*/ 0 w 1039528"/>
                <a:gd name="connsiteY3" fmla="*/ 271782 h 271782"/>
                <a:gd name="connsiteX4" fmla="*/ 0 w 1039528"/>
                <a:gd name="connsiteY4" fmla="*/ 0 h 2717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39528" h="271782">
                  <a:moveTo>
                    <a:pt x="0" y="0"/>
                  </a:moveTo>
                  <a:lnTo>
                    <a:pt x="1039528" y="0"/>
                  </a:lnTo>
                  <a:lnTo>
                    <a:pt x="1039528" y="271782"/>
                  </a:lnTo>
                  <a:lnTo>
                    <a:pt x="0" y="2717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472C4">
                <a:lumMod val="75000"/>
              </a:srgbClr>
            </a:solidFill>
            <a:ln w="12700" cap="flat" cmpd="sng" algn="ctr">
              <a:solidFill>
                <a:sysClr val="window" lastClr="FFFFFF">
                  <a:hueOff val="0"/>
                  <a:satOff val="0"/>
                  <a:lumOff val="0"/>
                  <a:alphaOff val="0"/>
                </a:sysClr>
              </a:solidFill>
              <a:prstDash val="solid"/>
              <a:miter lim="800000"/>
            </a:ln>
            <a:effectLst/>
          </p:spPr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marL="0" marR="0" lvl="0" indent="0" algn="ctr" defTabSz="466725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en-US" altLang="en-US" sz="11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  <a:sym typeface="微软雅黑" charset="-122"/>
                </a:rPr>
                <a:t>Hydrothermal</a:t>
              </a:r>
              <a:endParaRPr kumimoji="0" lang="zh-CN" altLang="en-US" sz="11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endParaRPr>
            </a:p>
          </p:txBody>
        </p:sp>
        <p:sp>
          <p:nvSpPr>
            <p:cNvPr id="84" name="任意多边形: 形状 72"/>
            <p:cNvSpPr/>
            <p:nvPr/>
          </p:nvSpPr>
          <p:spPr>
            <a:xfrm>
              <a:off x="7751486" y="5661026"/>
              <a:ext cx="1039528" cy="271782"/>
            </a:xfrm>
            <a:custGeom>
              <a:avLst/>
              <a:gdLst>
                <a:gd name="connsiteX0" fmla="*/ 0 w 1039528"/>
                <a:gd name="connsiteY0" fmla="*/ 0 h 271782"/>
                <a:gd name="connsiteX1" fmla="*/ 1039528 w 1039528"/>
                <a:gd name="connsiteY1" fmla="*/ 0 h 271782"/>
                <a:gd name="connsiteX2" fmla="*/ 1039528 w 1039528"/>
                <a:gd name="connsiteY2" fmla="*/ 271782 h 271782"/>
                <a:gd name="connsiteX3" fmla="*/ 0 w 1039528"/>
                <a:gd name="connsiteY3" fmla="*/ 271782 h 271782"/>
                <a:gd name="connsiteX4" fmla="*/ 0 w 1039528"/>
                <a:gd name="connsiteY4" fmla="*/ 0 h 2717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39528" h="271782">
                  <a:moveTo>
                    <a:pt x="0" y="0"/>
                  </a:moveTo>
                  <a:lnTo>
                    <a:pt x="1039528" y="0"/>
                  </a:lnTo>
                  <a:lnTo>
                    <a:pt x="1039528" y="271782"/>
                  </a:lnTo>
                  <a:lnTo>
                    <a:pt x="0" y="2717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472C4">
                <a:lumMod val="75000"/>
              </a:srgbClr>
            </a:solidFill>
            <a:ln w="12700" cap="flat" cmpd="sng" algn="ctr">
              <a:solidFill>
                <a:sysClr val="window" lastClr="FFFFFF">
                  <a:hueOff val="0"/>
                  <a:satOff val="0"/>
                  <a:lumOff val="0"/>
                  <a:alphaOff val="0"/>
                </a:sysClr>
              </a:solidFill>
              <a:prstDash val="solid"/>
              <a:miter lim="800000"/>
            </a:ln>
            <a:effectLst/>
          </p:spPr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marL="0" marR="0" lvl="0" indent="0" algn="ctr" defTabSz="48895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en-US" altLang="en-US" sz="11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  <a:sym typeface="微软雅黑" charset="-122"/>
                </a:rPr>
                <a:t>Calcination</a:t>
              </a:r>
              <a:endParaRPr kumimoji="0" lang="zh-CN" altLang="en-US" sz="11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endParaRPr>
            </a:p>
          </p:txBody>
        </p:sp>
      </p:grpSp>
      <p:grpSp>
        <p:nvGrpSpPr>
          <p:cNvPr id="85" name="组合 84"/>
          <p:cNvGrpSpPr/>
          <p:nvPr/>
        </p:nvGrpSpPr>
        <p:grpSpPr>
          <a:xfrm>
            <a:off x="2918320" y="5031919"/>
            <a:ext cx="1213767" cy="1600522"/>
            <a:chOff x="7577247" y="4332286"/>
            <a:chExt cx="1213767" cy="1600522"/>
          </a:xfrm>
        </p:grpSpPr>
        <p:sp>
          <p:nvSpPr>
            <p:cNvPr id="86" name="任意多边形: 形状 74"/>
            <p:cNvSpPr/>
            <p:nvPr/>
          </p:nvSpPr>
          <p:spPr>
            <a:xfrm>
              <a:off x="7646715" y="4683316"/>
              <a:ext cx="104770" cy="1113601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1113601"/>
                  </a:lnTo>
                  <a:lnTo>
                    <a:pt x="104770" y="1113601"/>
                  </a:lnTo>
                </a:path>
              </a:pathLst>
            </a:custGeom>
            <a:noFill/>
            <a:ln w="12700" cap="flat" cmpd="sng" algn="ctr">
              <a:solidFill>
                <a:srgbClr val="5B9BD5">
                  <a:tint val="90000"/>
                  <a:hueOff val="0"/>
                  <a:satOff val="0"/>
                  <a:lumOff val="0"/>
                  <a:alphaOff val="0"/>
                </a:srgbClr>
              </a:solidFill>
              <a:prstDash val="solid"/>
              <a:miter lim="800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endParaRPr>
            </a:p>
          </p:txBody>
        </p:sp>
        <p:sp>
          <p:nvSpPr>
            <p:cNvPr id="87" name="任意多边形: 形状 75"/>
            <p:cNvSpPr/>
            <p:nvPr/>
          </p:nvSpPr>
          <p:spPr>
            <a:xfrm>
              <a:off x="7646715" y="4683316"/>
              <a:ext cx="104770" cy="704412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704412"/>
                  </a:lnTo>
                  <a:lnTo>
                    <a:pt x="104770" y="704412"/>
                  </a:lnTo>
                </a:path>
              </a:pathLst>
            </a:custGeom>
            <a:noFill/>
            <a:ln w="12700" cap="flat" cmpd="sng" algn="ctr">
              <a:solidFill>
                <a:srgbClr val="5B9BD5">
                  <a:tint val="90000"/>
                  <a:hueOff val="0"/>
                  <a:satOff val="0"/>
                  <a:lumOff val="0"/>
                  <a:alphaOff val="0"/>
                </a:srgbClr>
              </a:solidFill>
              <a:prstDash val="solid"/>
              <a:miter lim="800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endParaRPr>
            </a:p>
          </p:txBody>
        </p:sp>
        <p:sp>
          <p:nvSpPr>
            <p:cNvPr id="88" name="任意多边形: 形状 76"/>
            <p:cNvSpPr/>
            <p:nvPr/>
          </p:nvSpPr>
          <p:spPr>
            <a:xfrm>
              <a:off x="7646715" y="4683316"/>
              <a:ext cx="104770" cy="276237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276237"/>
                  </a:lnTo>
                  <a:lnTo>
                    <a:pt x="104770" y="276237"/>
                  </a:lnTo>
                </a:path>
              </a:pathLst>
            </a:custGeom>
            <a:noFill/>
            <a:ln w="12700" cap="flat" cmpd="sng" algn="ctr">
              <a:solidFill>
                <a:srgbClr val="5B9BD5">
                  <a:tint val="90000"/>
                  <a:hueOff val="0"/>
                  <a:satOff val="0"/>
                  <a:lumOff val="0"/>
                  <a:alphaOff val="0"/>
                </a:srgbClr>
              </a:solidFill>
              <a:prstDash val="solid"/>
              <a:miter lim="800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endParaRPr>
            </a:p>
          </p:txBody>
        </p:sp>
        <p:sp>
          <p:nvSpPr>
            <p:cNvPr id="89" name="任意多边形: 形状 77"/>
            <p:cNvSpPr/>
            <p:nvPr/>
          </p:nvSpPr>
          <p:spPr>
            <a:xfrm>
              <a:off x="7577247" y="4332286"/>
              <a:ext cx="694687" cy="351029"/>
            </a:xfrm>
            <a:custGeom>
              <a:avLst/>
              <a:gdLst>
                <a:gd name="connsiteX0" fmla="*/ 0 w 694687"/>
                <a:gd name="connsiteY0" fmla="*/ 0 h 351029"/>
                <a:gd name="connsiteX1" fmla="*/ 694687 w 694687"/>
                <a:gd name="connsiteY1" fmla="*/ 0 h 351029"/>
                <a:gd name="connsiteX2" fmla="*/ 694687 w 694687"/>
                <a:gd name="connsiteY2" fmla="*/ 351029 h 351029"/>
                <a:gd name="connsiteX3" fmla="*/ 0 w 694687"/>
                <a:gd name="connsiteY3" fmla="*/ 351029 h 351029"/>
                <a:gd name="connsiteX4" fmla="*/ 0 w 694687"/>
                <a:gd name="connsiteY4" fmla="*/ 0 h 351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4687" h="351029">
                  <a:moveTo>
                    <a:pt x="0" y="0"/>
                  </a:moveTo>
                  <a:lnTo>
                    <a:pt x="694687" y="0"/>
                  </a:lnTo>
                  <a:lnTo>
                    <a:pt x="694687" y="351029"/>
                  </a:lnTo>
                  <a:lnTo>
                    <a:pt x="0" y="3510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472C4">
                <a:lumMod val="75000"/>
              </a:srgbClr>
            </a:solidFill>
            <a:ln w="12700" cap="flat" cmpd="sng" algn="ctr">
              <a:solidFill>
                <a:sysClr val="window" lastClr="FFFFFF">
                  <a:hueOff val="0"/>
                  <a:satOff val="0"/>
                  <a:lumOff val="0"/>
                  <a:alphaOff val="0"/>
                </a:sysClr>
              </a:solidFill>
              <a:prstDash val="solid"/>
              <a:miter lim="800000"/>
            </a:ln>
            <a:effectLst/>
          </p:spPr>
          <p:txBody>
            <a:bodyPr spcFirstLastPara="0" vert="horz" wrap="square" lIns="10160" tIns="10160" rIns="10160" bIns="10160" numCol="1" spcCol="1270" anchor="ctr" anchorCtr="0">
              <a:noAutofit/>
            </a:bodyPr>
            <a:lstStyle/>
            <a:p>
              <a:pPr marL="0" marR="0" lvl="0" indent="0" algn="ctr" defTabSz="7112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  <a:sym typeface="微软雅黑" charset="-122"/>
                </a:rPr>
                <a:t>条件</a:t>
              </a:r>
              <a:endParaRPr kumimoji="0" lang="zh-CN" altLang="en-US" sz="16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endParaRPr>
            </a:p>
          </p:txBody>
        </p:sp>
        <p:sp>
          <p:nvSpPr>
            <p:cNvPr id="90" name="任意多边形: 形状 78"/>
            <p:cNvSpPr/>
            <p:nvPr/>
          </p:nvSpPr>
          <p:spPr>
            <a:xfrm>
              <a:off x="7751486" y="4823663"/>
              <a:ext cx="1039528" cy="271782"/>
            </a:xfrm>
            <a:custGeom>
              <a:avLst/>
              <a:gdLst>
                <a:gd name="connsiteX0" fmla="*/ 0 w 1039528"/>
                <a:gd name="connsiteY0" fmla="*/ 0 h 271782"/>
                <a:gd name="connsiteX1" fmla="*/ 1039528 w 1039528"/>
                <a:gd name="connsiteY1" fmla="*/ 0 h 271782"/>
                <a:gd name="connsiteX2" fmla="*/ 1039528 w 1039528"/>
                <a:gd name="connsiteY2" fmla="*/ 271782 h 271782"/>
                <a:gd name="connsiteX3" fmla="*/ 0 w 1039528"/>
                <a:gd name="connsiteY3" fmla="*/ 271782 h 271782"/>
                <a:gd name="connsiteX4" fmla="*/ 0 w 1039528"/>
                <a:gd name="connsiteY4" fmla="*/ 0 h 2717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39528" h="271782">
                  <a:moveTo>
                    <a:pt x="0" y="0"/>
                  </a:moveTo>
                  <a:lnTo>
                    <a:pt x="1039528" y="0"/>
                  </a:lnTo>
                  <a:lnTo>
                    <a:pt x="1039528" y="271782"/>
                  </a:lnTo>
                  <a:lnTo>
                    <a:pt x="0" y="2717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472C4">
                <a:lumMod val="75000"/>
              </a:srgbClr>
            </a:solidFill>
            <a:ln w="12700" cap="flat" cmpd="sng" algn="ctr">
              <a:solidFill>
                <a:sysClr val="window" lastClr="FFFFFF">
                  <a:hueOff val="0"/>
                  <a:satOff val="0"/>
                  <a:lumOff val="0"/>
                  <a:alphaOff val="0"/>
                </a:sysClr>
              </a:solidFill>
              <a:prstDash val="solid"/>
              <a:miter lim="800000"/>
            </a:ln>
            <a:effectLst/>
          </p:spPr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5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  <a:sym typeface="微软雅黑" charset="-122"/>
                </a:rPr>
                <a:t>Atmosphere</a:t>
              </a:r>
              <a:endParaRPr kumimoji="0" lang="zh-CN" altLang="en-US" sz="105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endParaRPr>
            </a:p>
          </p:txBody>
        </p:sp>
        <p:sp>
          <p:nvSpPr>
            <p:cNvPr id="91" name="任意多边形: 形状 79"/>
            <p:cNvSpPr/>
            <p:nvPr/>
          </p:nvSpPr>
          <p:spPr>
            <a:xfrm>
              <a:off x="7751486" y="5251837"/>
              <a:ext cx="1039528" cy="271782"/>
            </a:xfrm>
            <a:custGeom>
              <a:avLst/>
              <a:gdLst>
                <a:gd name="connsiteX0" fmla="*/ 0 w 1039528"/>
                <a:gd name="connsiteY0" fmla="*/ 0 h 271782"/>
                <a:gd name="connsiteX1" fmla="*/ 1039528 w 1039528"/>
                <a:gd name="connsiteY1" fmla="*/ 0 h 271782"/>
                <a:gd name="connsiteX2" fmla="*/ 1039528 w 1039528"/>
                <a:gd name="connsiteY2" fmla="*/ 271782 h 271782"/>
                <a:gd name="connsiteX3" fmla="*/ 0 w 1039528"/>
                <a:gd name="connsiteY3" fmla="*/ 271782 h 271782"/>
                <a:gd name="connsiteX4" fmla="*/ 0 w 1039528"/>
                <a:gd name="connsiteY4" fmla="*/ 0 h 2717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39528" h="271782">
                  <a:moveTo>
                    <a:pt x="0" y="0"/>
                  </a:moveTo>
                  <a:lnTo>
                    <a:pt x="1039528" y="0"/>
                  </a:lnTo>
                  <a:lnTo>
                    <a:pt x="1039528" y="271782"/>
                  </a:lnTo>
                  <a:lnTo>
                    <a:pt x="0" y="2717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472C4">
                <a:lumMod val="75000"/>
              </a:srgbClr>
            </a:solidFill>
            <a:ln w="12700" cap="flat" cmpd="sng" algn="ctr">
              <a:solidFill>
                <a:sysClr val="window" lastClr="FFFFFF">
                  <a:hueOff val="0"/>
                  <a:satOff val="0"/>
                  <a:lumOff val="0"/>
                  <a:alphaOff val="0"/>
                </a:sysClr>
              </a:solidFill>
              <a:prstDash val="solid"/>
              <a:miter lim="800000"/>
            </a:ln>
            <a:effectLst/>
          </p:spPr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marL="0" marR="0" lvl="0" indent="0" algn="ctr" defTabSz="466725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5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  <a:sym typeface="微软雅黑" charset="-122"/>
                </a:rPr>
                <a:t>Temperature</a:t>
              </a:r>
              <a:endParaRPr kumimoji="0" lang="en-US" altLang="zh-CN" sz="105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endParaRPr>
            </a:p>
          </p:txBody>
        </p:sp>
        <p:sp>
          <p:nvSpPr>
            <p:cNvPr id="92" name="任意多边形: 形状 80"/>
            <p:cNvSpPr/>
            <p:nvPr/>
          </p:nvSpPr>
          <p:spPr>
            <a:xfrm>
              <a:off x="7751486" y="5661026"/>
              <a:ext cx="1039528" cy="271782"/>
            </a:xfrm>
            <a:custGeom>
              <a:avLst/>
              <a:gdLst>
                <a:gd name="connsiteX0" fmla="*/ 0 w 1039528"/>
                <a:gd name="connsiteY0" fmla="*/ 0 h 271782"/>
                <a:gd name="connsiteX1" fmla="*/ 1039528 w 1039528"/>
                <a:gd name="connsiteY1" fmla="*/ 0 h 271782"/>
                <a:gd name="connsiteX2" fmla="*/ 1039528 w 1039528"/>
                <a:gd name="connsiteY2" fmla="*/ 271782 h 271782"/>
                <a:gd name="connsiteX3" fmla="*/ 0 w 1039528"/>
                <a:gd name="connsiteY3" fmla="*/ 271782 h 271782"/>
                <a:gd name="connsiteX4" fmla="*/ 0 w 1039528"/>
                <a:gd name="connsiteY4" fmla="*/ 0 h 2717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39528" h="271782">
                  <a:moveTo>
                    <a:pt x="0" y="0"/>
                  </a:moveTo>
                  <a:lnTo>
                    <a:pt x="1039528" y="0"/>
                  </a:lnTo>
                  <a:lnTo>
                    <a:pt x="1039528" y="271782"/>
                  </a:lnTo>
                  <a:lnTo>
                    <a:pt x="0" y="2717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472C4">
                <a:lumMod val="75000"/>
              </a:srgbClr>
            </a:solidFill>
            <a:ln w="12700" cap="flat" cmpd="sng" algn="ctr">
              <a:solidFill>
                <a:sysClr val="window" lastClr="FFFFFF">
                  <a:hueOff val="0"/>
                  <a:satOff val="0"/>
                  <a:lumOff val="0"/>
                  <a:alphaOff val="0"/>
                </a:sysClr>
              </a:solidFill>
              <a:prstDash val="solid"/>
              <a:miter lim="800000"/>
            </a:ln>
            <a:effectLst/>
          </p:spPr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marL="0" marR="0" lvl="0" indent="0" algn="ctr" defTabSz="48895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1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  <a:sym typeface="微软雅黑" charset="-122"/>
                </a:rPr>
                <a:t>Stages</a:t>
              </a:r>
              <a:endParaRPr kumimoji="0" lang="zh-CN" altLang="en-US" sz="11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endParaRPr>
            </a:p>
          </p:txBody>
        </p:sp>
      </p:grpSp>
      <p:grpSp>
        <p:nvGrpSpPr>
          <p:cNvPr id="93" name="组合 92"/>
          <p:cNvGrpSpPr/>
          <p:nvPr/>
        </p:nvGrpSpPr>
        <p:grpSpPr>
          <a:xfrm>
            <a:off x="2019283" y="5464422"/>
            <a:ext cx="792806" cy="369332"/>
            <a:chOff x="390103" y="4066500"/>
            <a:chExt cx="792806" cy="369332"/>
          </a:xfrm>
        </p:grpSpPr>
        <p:sp>
          <p:nvSpPr>
            <p:cNvPr id="94" name="文本框 93"/>
            <p:cNvSpPr txBox="1"/>
            <p:nvPr/>
          </p:nvSpPr>
          <p:spPr>
            <a:xfrm>
              <a:off x="573447" y="4066500"/>
              <a:ext cx="6094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Times New Roman" panose="02020503050405090304" pitchFamily="18" charset="0"/>
                  <a:sym typeface="微软雅黑" charset="-122"/>
                </a:rPr>
                <a:t>AB</a:t>
              </a:r>
              <a:r>
                <a:rPr kumimoji="0" lang="en-US" altLang="zh-CN" sz="1800" b="1" i="0" u="none" strike="noStrike" kern="0" cap="none" spc="0" normalizeH="0" baseline="-2500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Times New Roman" panose="02020503050405090304" pitchFamily="18" charset="0"/>
                  <a:sym typeface="微软雅黑" charset="-122"/>
                </a:rPr>
                <a:t>2</a:t>
              </a:r>
              <a:endParaRPr kumimoji="0" lang="zh-CN" altLang="en-US" sz="1800" b="1" i="1" u="none" strike="noStrike" kern="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Times New Roman" panose="02020503050405090304" pitchFamily="18" charset="0"/>
                <a:sym typeface="微软雅黑" charset="-122"/>
              </a:endParaRPr>
            </a:p>
          </p:txBody>
        </p:sp>
        <p:sp>
          <p:nvSpPr>
            <p:cNvPr id="95" name="矩形 94"/>
            <p:cNvSpPr/>
            <p:nvPr/>
          </p:nvSpPr>
          <p:spPr>
            <a:xfrm>
              <a:off x="390103" y="4159836"/>
              <a:ext cx="200025" cy="200025"/>
            </a:xfrm>
            <a:prstGeom prst="rect">
              <a:avLst/>
            </a:prstGeom>
            <a:solidFill>
              <a:srgbClr val="A5A5A5"/>
            </a:solidFill>
            <a:ln w="12700" cap="flat" cmpd="sng" algn="ctr">
              <a:solidFill>
                <a:srgbClr val="A5A5A5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endParaRPr>
            </a:p>
          </p:txBody>
        </p:sp>
      </p:grpSp>
      <p:grpSp>
        <p:nvGrpSpPr>
          <p:cNvPr id="96" name="组合 95"/>
          <p:cNvGrpSpPr/>
          <p:nvPr/>
        </p:nvGrpSpPr>
        <p:grpSpPr>
          <a:xfrm>
            <a:off x="2019283" y="5894502"/>
            <a:ext cx="775173" cy="369332"/>
            <a:chOff x="390103" y="4066500"/>
            <a:chExt cx="775173" cy="369332"/>
          </a:xfrm>
        </p:grpSpPr>
        <p:sp>
          <p:nvSpPr>
            <p:cNvPr id="97" name="文本框 96"/>
            <p:cNvSpPr txBox="1"/>
            <p:nvPr/>
          </p:nvSpPr>
          <p:spPr>
            <a:xfrm>
              <a:off x="573447" y="4066500"/>
              <a:ext cx="59182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Times New Roman" panose="02020503050405090304" pitchFamily="18" charset="0"/>
                  <a:sym typeface="微软雅黑" charset="-122"/>
                </a:rPr>
                <a:t>BC</a:t>
              </a:r>
              <a:r>
                <a:rPr kumimoji="0" lang="en-US" altLang="zh-CN" sz="1800" b="1" i="0" u="none" strike="noStrike" kern="0" cap="none" spc="0" normalizeH="0" baseline="-2500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Times New Roman" panose="02020503050405090304" pitchFamily="18" charset="0"/>
                  <a:sym typeface="微软雅黑" charset="-122"/>
                </a:rPr>
                <a:t>6</a:t>
              </a: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Times New Roman" panose="02020503050405090304" pitchFamily="18" charset="0"/>
                <a:sym typeface="微软雅黑" charset="-122"/>
              </a:endParaRPr>
            </a:p>
          </p:txBody>
        </p:sp>
        <p:sp>
          <p:nvSpPr>
            <p:cNvPr id="98" name="矩形 97"/>
            <p:cNvSpPr/>
            <p:nvPr/>
          </p:nvSpPr>
          <p:spPr>
            <a:xfrm>
              <a:off x="390103" y="4159836"/>
              <a:ext cx="200025" cy="200025"/>
            </a:xfrm>
            <a:prstGeom prst="rect">
              <a:avLst/>
            </a:prstGeom>
            <a:solidFill>
              <a:srgbClr val="A5A5A5"/>
            </a:solidFill>
            <a:ln w="12700" cap="flat" cmpd="sng" algn="ctr">
              <a:solidFill>
                <a:srgbClr val="A5A5A5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endParaRPr>
            </a:p>
          </p:txBody>
        </p:sp>
      </p:grpSp>
      <p:grpSp>
        <p:nvGrpSpPr>
          <p:cNvPr id="99" name="组合 98"/>
          <p:cNvGrpSpPr/>
          <p:nvPr/>
        </p:nvGrpSpPr>
        <p:grpSpPr>
          <a:xfrm>
            <a:off x="2019283" y="6304196"/>
            <a:ext cx="1026845" cy="369332"/>
            <a:chOff x="390103" y="4066500"/>
            <a:chExt cx="1026845" cy="369332"/>
          </a:xfrm>
        </p:grpSpPr>
        <p:sp>
          <p:nvSpPr>
            <p:cNvPr id="100" name="文本框 99"/>
            <p:cNvSpPr txBox="1"/>
            <p:nvPr/>
          </p:nvSpPr>
          <p:spPr>
            <a:xfrm>
              <a:off x="573447" y="4066500"/>
              <a:ext cx="84350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Times New Roman" panose="02020503050405090304" pitchFamily="18" charset="0"/>
                  <a:sym typeface="微软雅黑" charset="-122"/>
                </a:rPr>
                <a:t>C</a:t>
              </a:r>
              <a:r>
                <a:rPr kumimoji="0" lang="en-US" altLang="zh-CN" sz="1800" b="1" i="0" u="none" strike="noStrike" kern="0" cap="none" spc="0" normalizeH="0" baseline="-2500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Times New Roman" panose="02020503050405090304" pitchFamily="18" charset="0"/>
                  <a:sym typeface="微软雅黑" charset="-122"/>
                </a:rPr>
                <a:t>3</a:t>
              </a:r>
              <a:r>
                <a:rPr kumimoji="0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Times New Roman" panose="02020503050405090304" pitchFamily="18" charset="0"/>
                  <a:sym typeface="微软雅黑" charset="-122"/>
                </a:rPr>
                <a:t>D</a:t>
              </a:r>
              <a:r>
                <a:rPr kumimoji="0" lang="en-US" altLang="zh-CN" sz="1800" b="1" i="0" u="none" strike="noStrike" kern="0" cap="none" spc="0" normalizeH="0" baseline="-2500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Times New Roman" panose="02020503050405090304" pitchFamily="18" charset="0"/>
                  <a:sym typeface="微软雅黑" charset="-122"/>
                </a:rPr>
                <a:t>6</a:t>
              </a:r>
              <a:r>
                <a:rPr kumimoji="0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Times New Roman" panose="02020503050405090304" pitchFamily="18" charset="0"/>
                  <a:sym typeface="微软雅黑" charset="-122"/>
                </a:rPr>
                <a:t>E</a:t>
              </a:r>
              <a:endParaRPr kumimoji="0" lang="zh-CN" altLang="en-US" sz="1800" b="1" i="0" u="none" strike="noStrike" kern="0" cap="none" spc="0" normalizeH="0" baseline="-25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Times New Roman" panose="02020503050405090304" pitchFamily="18" charset="0"/>
                <a:sym typeface="微软雅黑" charset="-122"/>
              </a:endParaRPr>
            </a:p>
          </p:txBody>
        </p:sp>
        <p:sp>
          <p:nvSpPr>
            <p:cNvPr id="101" name="矩形 100"/>
            <p:cNvSpPr/>
            <p:nvPr/>
          </p:nvSpPr>
          <p:spPr>
            <a:xfrm>
              <a:off x="390103" y="4159836"/>
              <a:ext cx="200025" cy="200025"/>
            </a:xfrm>
            <a:prstGeom prst="rect">
              <a:avLst/>
            </a:prstGeom>
            <a:solidFill>
              <a:srgbClr val="A5A5A5"/>
            </a:solidFill>
            <a:ln w="12700" cap="flat" cmpd="sng" algn="ctr">
              <a:solidFill>
                <a:srgbClr val="A5A5A5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endParaRPr>
            </a:p>
          </p:txBody>
        </p:sp>
      </p:grpSp>
      <p:grpSp>
        <p:nvGrpSpPr>
          <p:cNvPr id="102" name="组合 101"/>
          <p:cNvGrpSpPr/>
          <p:nvPr/>
        </p:nvGrpSpPr>
        <p:grpSpPr>
          <a:xfrm>
            <a:off x="669013" y="4006519"/>
            <a:ext cx="2957514" cy="1624610"/>
            <a:chOff x="666928" y="4135340"/>
            <a:chExt cx="2957514" cy="1624610"/>
          </a:xfrm>
        </p:grpSpPr>
        <p:graphicFrame>
          <p:nvGraphicFramePr>
            <p:cNvPr id="103" name="图示 102"/>
            <p:cNvGraphicFramePr/>
            <p:nvPr/>
          </p:nvGraphicFramePr>
          <p:xfrm>
            <a:off x="666928" y="4135340"/>
            <a:ext cx="2957514" cy="1624610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sp>
          <p:nvSpPr>
            <p:cNvPr id="104" name="矩形: 圆角 92"/>
            <p:cNvSpPr/>
            <p:nvPr/>
          </p:nvSpPr>
          <p:spPr>
            <a:xfrm>
              <a:off x="1591688" y="4387056"/>
              <a:ext cx="1107995" cy="412947"/>
            </a:xfrm>
            <a:prstGeom prst="roundRect">
              <a:avLst>
                <a:gd name="adj" fmla="val 21683"/>
              </a:avLst>
            </a:prstGeom>
            <a:solidFill>
              <a:srgbClr val="4472C4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  <a:sym typeface="微软雅黑" charset="-122"/>
                </a:rPr>
                <a:t>合成方案</a:t>
              </a:r>
              <a:endParaRPr kumimoji="0" lang="zh-CN" altLang="en-US" sz="16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endParaRPr>
            </a:p>
          </p:txBody>
        </p:sp>
      </p:grpSp>
      <p:pic>
        <p:nvPicPr>
          <p:cNvPr id="105" name="图片 104" descr="图示, 工程绘图&#10;&#10;AI 生成的内容可能不正确。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26765" y="2137410"/>
            <a:ext cx="5173980" cy="3863340"/>
          </a:xfrm>
          <a:prstGeom prst="rect">
            <a:avLst/>
          </a:prstGeom>
        </p:spPr>
      </p:pic>
      <p:grpSp>
        <p:nvGrpSpPr>
          <p:cNvPr id="127" name="组合 126"/>
          <p:cNvGrpSpPr/>
          <p:nvPr/>
        </p:nvGrpSpPr>
        <p:grpSpPr>
          <a:xfrm>
            <a:off x="6243955" y="873125"/>
            <a:ext cx="5957570" cy="2821994"/>
            <a:chOff x="1731" y="211"/>
            <a:chExt cx="14908" cy="7850"/>
          </a:xfrm>
        </p:grpSpPr>
        <p:sp>
          <p:nvSpPr>
            <p:cNvPr id="107" name="流程图: 手动操作 106"/>
            <p:cNvSpPr/>
            <p:nvPr/>
          </p:nvSpPr>
          <p:spPr>
            <a:xfrm rot="16200000">
              <a:off x="3373" y="1430"/>
              <a:ext cx="3307" cy="1567"/>
            </a:xfrm>
            <a:prstGeom prst="flowChartManualOperation">
              <a:avLst/>
            </a:prstGeom>
            <a:gradFill flip="none" rotWithShape="1">
              <a:gsLst>
                <a:gs pos="100000">
                  <a:sysClr val="window" lastClr="FFFFFF"/>
                </a:gs>
                <a:gs pos="0">
                  <a:srgbClr val="4472C4">
                    <a:lumMod val="40000"/>
                    <a:lumOff val="60000"/>
                  </a:srgbClr>
                </a:gs>
              </a:gsLst>
              <a:lin ang="54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endParaRPr>
            </a:p>
          </p:txBody>
        </p:sp>
        <p:sp>
          <p:nvSpPr>
            <p:cNvPr id="108" name="文本框 107"/>
            <p:cNvSpPr txBox="1"/>
            <p:nvPr/>
          </p:nvSpPr>
          <p:spPr>
            <a:xfrm rot="16200000">
              <a:off x="3460" y="907"/>
              <a:ext cx="2558" cy="26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US" altLang="zh-CN" sz="1600" dirty="0">
                  <a:solidFill>
                    <a:prstClr val="black"/>
                  </a:solidFill>
                  <a:latin typeface="微软雅黑" charset="-122"/>
                  <a:ea typeface="微软雅黑" charset="-122"/>
                  <a:sym typeface="微软雅黑" charset="-122"/>
                </a:rPr>
                <a:t>Experimental</a:t>
              </a:r>
              <a:endParaRPr lang="en-US" altLang="zh-CN" sz="1600" dirty="0">
                <a:solidFill>
                  <a:prstClr val="black"/>
                </a:solidFill>
                <a:latin typeface="微软雅黑" charset="-122"/>
                <a:ea typeface="微软雅黑" charset="-122"/>
                <a:sym typeface="微软雅黑" charset="-122"/>
              </a:endParaRPr>
            </a:p>
            <a:p>
              <a:pPr algn="ctr">
                <a:defRPr/>
              </a:pPr>
              <a:r>
                <a:rPr lang="en-US" altLang="zh-CN" sz="1600" dirty="0">
                  <a:solidFill>
                    <a:prstClr val="black"/>
                  </a:solidFill>
                  <a:latin typeface="微软雅黑" charset="-122"/>
                  <a:ea typeface="微软雅黑" charset="-122"/>
                  <a:sym typeface="微软雅黑" charset="-122"/>
                </a:rPr>
                <a:t>Guidance</a:t>
              </a:r>
              <a:endParaRPr lang="zh-CN" altLang="en-US" sz="1600" dirty="0">
                <a:solidFill>
                  <a:prstClr val="black"/>
                </a:solidFill>
                <a:latin typeface="微软雅黑" charset="-122"/>
                <a:ea typeface="微软雅黑" charset="-122"/>
                <a:sym typeface="微软雅黑" charset="-122"/>
              </a:endParaRPr>
            </a:p>
          </p:txBody>
        </p:sp>
        <p:grpSp>
          <p:nvGrpSpPr>
            <p:cNvPr id="109" name="组合 108"/>
            <p:cNvGrpSpPr/>
            <p:nvPr/>
          </p:nvGrpSpPr>
          <p:grpSpPr>
            <a:xfrm>
              <a:off x="5395" y="779"/>
              <a:ext cx="11244" cy="2950"/>
              <a:chOff x="2345347" y="3634752"/>
              <a:chExt cx="7140228" cy="1873171"/>
            </a:xfrm>
          </p:grpSpPr>
          <p:sp>
            <p:nvSpPr>
              <p:cNvPr id="110" name="矩形 109"/>
              <p:cNvSpPr/>
              <p:nvPr/>
            </p:nvSpPr>
            <p:spPr>
              <a:xfrm>
                <a:off x="3605369" y="3669817"/>
                <a:ext cx="4732181" cy="259702"/>
              </a:xfrm>
              <a:prstGeom prst="rect">
                <a:avLst/>
              </a:prstGeom>
              <a:solidFill>
                <a:srgbClr val="FFC000">
                  <a:lumMod val="20000"/>
                  <a:lumOff val="8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  <a:sym typeface="微软雅黑" charset="-122"/>
                </a:endParaRPr>
              </a:p>
            </p:txBody>
          </p:sp>
          <p:sp>
            <p:nvSpPr>
              <p:cNvPr id="111" name="矩形 110"/>
              <p:cNvSpPr/>
              <p:nvPr/>
            </p:nvSpPr>
            <p:spPr>
              <a:xfrm>
                <a:off x="5987454" y="4169685"/>
                <a:ext cx="3437534" cy="259702"/>
              </a:xfrm>
              <a:prstGeom prst="rect">
                <a:avLst/>
              </a:prstGeom>
              <a:solidFill>
                <a:srgbClr val="F19E65"/>
              </a:solidFill>
              <a:ln w="12700" cap="flat" cmpd="sng" algn="ctr">
                <a:solidFill>
                  <a:sysClr val="window" lastClr="FFFFFF">
                    <a:hueOff val="0"/>
                    <a:satOff val="0"/>
                    <a:lumOff val="0"/>
                    <a:alphaOff val="0"/>
                  </a:sysClr>
                </a:solidFill>
                <a:prstDash val="solid"/>
                <a:miter lim="800000"/>
              </a:ln>
              <a:effectLst/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  <a:sym typeface="微软雅黑" charset="-122"/>
                </a:endParaRPr>
              </a:p>
            </p:txBody>
          </p:sp>
          <p:sp>
            <p:nvSpPr>
              <p:cNvPr id="112" name="矩形 111"/>
              <p:cNvSpPr/>
              <p:nvPr/>
            </p:nvSpPr>
            <p:spPr>
              <a:xfrm>
                <a:off x="8069079" y="4411678"/>
                <a:ext cx="1355909" cy="259702"/>
              </a:xfrm>
              <a:prstGeom prst="rect">
                <a:avLst/>
              </a:prstGeom>
              <a:solidFill>
                <a:srgbClr val="87BF61"/>
              </a:solidFill>
              <a:ln w="12700" cap="flat" cmpd="sng" algn="ctr">
                <a:solidFill>
                  <a:sysClr val="window" lastClr="FFFFFF">
                    <a:hueOff val="0"/>
                    <a:satOff val="0"/>
                    <a:lumOff val="0"/>
                    <a:alphaOff val="0"/>
                  </a:sysClr>
                </a:solidFill>
                <a:prstDash val="solid"/>
                <a:miter lim="800000"/>
              </a:ln>
              <a:effectLst/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  <a:sym typeface="微软雅黑" charset="-122"/>
                </a:endParaRPr>
              </a:p>
            </p:txBody>
          </p:sp>
          <p:sp>
            <p:nvSpPr>
              <p:cNvPr id="113" name="矩形 112"/>
              <p:cNvSpPr/>
              <p:nvPr/>
            </p:nvSpPr>
            <p:spPr>
              <a:xfrm>
                <a:off x="7945199" y="4636148"/>
                <a:ext cx="1479789" cy="259702"/>
              </a:xfrm>
              <a:prstGeom prst="rect">
                <a:avLst/>
              </a:prstGeom>
              <a:solidFill>
                <a:srgbClr val="668CD0"/>
              </a:solidFill>
              <a:ln w="12700" cap="flat" cmpd="sng" algn="ctr">
                <a:solidFill>
                  <a:sysClr val="window" lastClr="FFFFFF">
                    <a:hueOff val="0"/>
                    <a:satOff val="0"/>
                    <a:lumOff val="0"/>
                    <a:alphaOff val="0"/>
                  </a:sysClr>
                </a:solidFill>
                <a:prstDash val="solid"/>
                <a:miter lim="800000"/>
              </a:ln>
              <a:effectLst/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  <a:sym typeface="微软雅黑" charset="-122"/>
                </a:endParaRPr>
              </a:p>
            </p:txBody>
          </p:sp>
          <p:sp>
            <p:nvSpPr>
              <p:cNvPr id="114" name="矩形 113"/>
              <p:cNvSpPr/>
              <p:nvPr/>
            </p:nvSpPr>
            <p:spPr>
              <a:xfrm>
                <a:off x="2396126" y="4895850"/>
                <a:ext cx="842374" cy="259702"/>
              </a:xfrm>
              <a:prstGeom prst="rect">
                <a:avLst/>
              </a:prstGeom>
              <a:solidFill>
                <a:srgbClr val="668CD0"/>
              </a:solidFill>
              <a:ln w="12700" cap="flat" cmpd="sng" algn="ctr">
                <a:solidFill>
                  <a:sysClr val="window" lastClr="FFFFFF">
                    <a:hueOff val="0"/>
                    <a:satOff val="0"/>
                    <a:lumOff val="0"/>
                    <a:alphaOff val="0"/>
                  </a:sysClr>
                </a:solidFill>
                <a:prstDash val="solid"/>
                <a:miter lim="800000"/>
              </a:ln>
              <a:effectLst/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  <a:sym typeface="微软雅黑" charset="-122"/>
                </a:endParaRPr>
              </a:p>
            </p:txBody>
          </p:sp>
          <p:sp>
            <p:nvSpPr>
              <p:cNvPr id="115" name="矩形 114"/>
              <p:cNvSpPr/>
              <p:nvPr/>
            </p:nvSpPr>
            <p:spPr>
              <a:xfrm>
                <a:off x="3497752" y="4895850"/>
                <a:ext cx="2541097" cy="259702"/>
              </a:xfrm>
              <a:prstGeom prst="rect">
                <a:avLst/>
              </a:prstGeom>
              <a:solidFill>
                <a:srgbClr val="668CD0"/>
              </a:solidFill>
              <a:ln w="12700" cap="flat" cmpd="sng" algn="ctr">
                <a:solidFill>
                  <a:sysClr val="window" lastClr="FFFFFF">
                    <a:hueOff val="0"/>
                    <a:satOff val="0"/>
                    <a:lumOff val="0"/>
                    <a:alphaOff val="0"/>
                  </a:sysClr>
                </a:solidFill>
                <a:prstDash val="solid"/>
                <a:miter lim="800000"/>
              </a:ln>
              <a:effectLst/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  <a:sym typeface="微软雅黑" charset="-122"/>
                </a:endParaRPr>
              </a:p>
            </p:txBody>
          </p:sp>
          <p:sp>
            <p:nvSpPr>
              <p:cNvPr id="116" name="矩形 115"/>
              <p:cNvSpPr/>
              <p:nvPr/>
            </p:nvSpPr>
            <p:spPr>
              <a:xfrm>
                <a:off x="6271581" y="4895850"/>
                <a:ext cx="357819" cy="259702"/>
              </a:xfrm>
              <a:prstGeom prst="rect">
                <a:avLst/>
              </a:prstGeom>
              <a:solidFill>
                <a:srgbClr val="668CD0"/>
              </a:solidFill>
              <a:ln w="12700" cap="flat" cmpd="sng" algn="ctr">
                <a:solidFill>
                  <a:sysClr val="window" lastClr="FFFFFF">
                    <a:hueOff val="0"/>
                    <a:satOff val="0"/>
                    <a:lumOff val="0"/>
                    <a:alphaOff val="0"/>
                  </a:sysClr>
                </a:solidFill>
                <a:prstDash val="solid"/>
                <a:miter lim="800000"/>
              </a:ln>
              <a:effectLst/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  <a:sym typeface="微软雅黑" charset="-122"/>
                </a:endParaRPr>
              </a:p>
            </p:txBody>
          </p:sp>
          <p:sp>
            <p:nvSpPr>
              <p:cNvPr id="117" name="矩形 116"/>
              <p:cNvSpPr/>
              <p:nvPr/>
            </p:nvSpPr>
            <p:spPr>
              <a:xfrm>
                <a:off x="2396126" y="4393968"/>
                <a:ext cx="3699873" cy="259702"/>
              </a:xfrm>
              <a:prstGeom prst="rect">
                <a:avLst/>
              </a:prstGeom>
              <a:solidFill>
                <a:srgbClr val="F19E65"/>
              </a:solidFill>
              <a:ln w="12700" cap="flat" cmpd="sng" algn="ctr">
                <a:solidFill>
                  <a:sysClr val="window" lastClr="FFFFFF">
                    <a:hueOff val="0"/>
                    <a:satOff val="0"/>
                    <a:lumOff val="0"/>
                    <a:alphaOff val="0"/>
                  </a:sysClr>
                </a:solidFill>
                <a:prstDash val="solid"/>
                <a:miter lim="800000"/>
              </a:ln>
              <a:effectLst/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  <a:sym typeface="微软雅黑" charset="-122"/>
                </a:endParaRPr>
              </a:p>
            </p:txBody>
          </p:sp>
          <p:sp>
            <p:nvSpPr>
              <p:cNvPr id="118" name="矩形 117"/>
              <p:cNvSpPr/>
              <p:nvPr/>
            </p:nvSpPr>
            <p:spPr>
              <a:xfrm>
                <a:off x="2396126" y="4636148"/>
                <a:ext cx="5247687" cy="259702"/>
              </a:xfrm>
              <a:prstGeom prst="rect">
                <a:avLst/>
              </a:prstGeom>
              <a:solidFill>
                <a:srgbClr val="87BF61"/>
              </a:solidFill>
              <a:ln w="12700" cap="flat" cmpd="sng" algn="ctr">
                <a:solidFill>
                  <a:sysClr val="window" lastClr="FFFFFF">
                    <a:hueOff val="0"/>
                    <a:satOff val="0"/>
                    <a:lumOff val="0"/>
                    <a:alphaOff val="0"/>
                  </a:sysClr>
                </a:solidFill>
                <a:prstDash val="solid"/>
                <a:miter lim="800000"/>
              </a:ln>
              <a:effectLst/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+mn-cs"/>
                  <a:sym typeface="微软雅黑" charset="-122"/>
                </a:endParaRPr>
              </a:p>
            </p:txBody>
          </p:sp>
          <p:sp>
            <p:nvSpPr>
              <p:cNvPr id="119" name="文本框 118"/>
              <p:cNvSpPr txBox="1"/>
              <p:nvPr/>
            </p:nvSpPr>
            <p:spPr>
              <a:xfrm>
                <a:off x="2345347" y="3634752"/>
                <a:ext cx="7140228" cy="187317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just" defTabSz="91440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charset="-122"/>
                    <a:ea typeface="微软雅黑" charset="-122"/>
                    <a:cs typeface="Times New Roman" panose="02020503050405090304" pitchFamily="18" charset="0"/>
                    <a:sym typeface="微软雅黑" charset="-122"/>
                  </a:rPr>
                  <a:t>The phosphors of Sr4.75-5x-5yCa5xBa5y(PO4)2(SiO4):Eu0.252+ (0.01 ≤ x ≤ 1; 0.01 ≤ y ≤ 0.5) were prepared: I) Sr4.75-5xCa5x((PO4)(SiO4)0.5)2:Eu0.252+ (0.01 ≤ x ≤ 0.95); and II) Sr4.75-5yBa5y(PO4) 2(SiO4):Eu0.252+ (y = 0.01, 0.05, 0.1, 0.2, 0.5). The starting materials were CaCO3 (99.99%), SrCO3 (99.99%), BaCO3 (99.99%), NH4H2PO4 (99.99%), SiO2 (99.99%), Eu2O3 (99.99%). The stoichiometric chemicals were weighed and thoroughly mixed in an agate mortar, then transferred to a corundum crucible and heated at 350 (in air), 1000 (in air) and 1300 °C (in reducing (h2) atmosphere) for 15 h, respectively. In the experiments no signals from Eu3+ were detected on the emission spectra, indicating the Eu3+ ions were successfully reduced to Eu2+ ions in the present experimental conditions.</a:t>
                </a:r>
                <a:endParaRPr kumimoji="0" lang="en-US" altLang="zh-CN" sz="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Times New Roman" panose="02020503050405090304" pitchFamily="18" charset="0"/>
                  <a:sym typeface="微软雅黑" charset="-122"/>
                </a:endParaRPr>
              </a:p>
            </p:txBody>
          </p:sp>
        </p:grpSp>
        <p:pic>
          <p:nvPicPr>
            <p:cNvPr id="120" name="图片 119" descr="文本&#10;&#10;AI 生成的内容可能不正确。"/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31" y="662"/>
              <a:ext cx="2466" cy="3228"/>
            </a:xfrm>
            <a:prstGeom prst="rect">
              <a:avLst/>
            </a:prstGeom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21" name="文本框 120"/>
            <p:cNvSpPr txBox="1"/>
            <p:nvPr/>
          </p:nvSpPr>
          <p:spPr>
            <a:xfrm>
              <a:off x="4717" y="211"/>
              <a:ext cx="349" cy="21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n-US" altLang="zh-CN" sz="4400" b="1">
                  <a:solidFill>
                    <a:prstClr val="black">
                      <a:lumMod val="85000"/>
                      <a:lumOff val="15000"/>
                    </a:prstClr>
                  </a:solidFill>
                  <a:latin typeface="Times New Roman" panose="02020503050405090304" pitchFamily="18" charset="0"/>
                  <a:ea typeface="微软雅黑" charset="-122"/>
                  <a:cs typeface="Times New Roman" panose="02020503050405090304" pitchFamily="18" charset="0"/>
                  <a:sym typeface="微软雅黑" charset="-122"/>
                </a:rPr>
                <a:t>“</a:t>
              </a:r>
              <a:endParaRPr lang="en-US" altLang="zh-CN" sz="4400" b="1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  <a:sym typeface="微软雅黑" charset="-122"/>
              </a:endParaRPr>
            </a:p>
          </p:txBody>
        </p:sp>
        <p:sp>
          <p:nvSpPr>
            <p:cNvPr id="122" name="文本框 121"/>
            <p:cNvSpPr txBox="1"/>
            <p:nvPr/>
          </p:nvSpPr>
          <p:spPr>
            <a:xfrm>
              <a:off x="15790" y="2865"/>
              <a:ext cx="349" cy="21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n-US" altLang="zh-CN" sz="4400" b="1">
                  <a:solidFill>
                    <a:prstClr val="black">
                      <a:lumMod val="85000"/>
                      <a:lumOff val="15000"/>
                    </a:prstClr>
                  </a:solidFill>
                  <a:latin typeface="Times New Roman" panose="02020503050405090304" pitchFamily="18" charset="0"/>
                  <a:ea typeface="微软雅黑" charset="-122"/>
                  <a:cs typeface="Times New Roman" panose="02020503050405090304" pitchFamily="18" charset="0"/>
                  <a:sym typeface="微软雅黑" charset="-122"/>
                </a:rPr>
                <a:t>”</a:t>
              </a:r>
              <a:endParaRPr lang="en-US" altLang="zh-CN" sz="4400" b="1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  <a:sym typeface="微软雅黑" charset="-122"/>
              </a:endParaRPr>
            </a:p>
          </p:txBody>
        </p:sp>
        <p:sp>
          <p:nvSpPr>
            <p:cNvPr id="123" name="文本框 122"/>
            <p:cNvSpPr txBox="1"/>
            <p:nvPr/>
          </p:nvSpPr>
          <p:spPr>
            <a:xfrm>
              <a:off x="8015" y="3954"/>
              <a:ext cx="3736" cy="4107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txBody>
            <a:bodyPr wrap="square">
              <a:spAutoFit/>
            </a:bodyPr>
            <a:lstStyle/>
            <a:p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{</a:t>
              </a:r>
              <a:endPara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endParaRPr>
            </a:p>
            <a:p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  </a:t>
              </a:r>
              <a:r>
                <a:rPr lang="en-US" altLang="zh-CN" sz="500" b="0">
                  <a:solidFill>
                    <a:srgbClr val="82D2CE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"formula"</a:t>
              </a:r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: </a:t>
              </a:r>
              <a:r>
                <a:rPr lang="en-US" altLang="zh-CN" sz="500" b="0">
                  <a:solidFill>
                    <a:srgbClr val="E394DC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"Sr4.75-5xCa5x((PO4)(SiO4)0.5)2Eu0.25"</a:t>
              </a:r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,</a:t>
              </a:r>
              <a:endPara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endParaRPr>
            </a:p>
            <a:p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  </a:t>
              </a:r>
              <a:r>
                <a:rPr lang="en-US" altLang="zh-CN" sz="500" b="0">
                  <a:solidFill>
                    <a:srgbClr val="82D2CE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"elements"</a:t>
              </a:r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: [</a:t>
              </a:r>
              <a:endPara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endParaRPr>
            </a:p>
            <a:p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    { </a:t>
              </a:r>
              <a:r>
                <a:rPr lang="en-US" altLang="zh-CN" sz="500" b="0">
                  <a:solidFill>
                    <a:srgbClr val="82D2CE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"name"</a:t>
              </a:r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: </a:t>
              </a:r>
              <a:r>
                <a:rPr lang="en-US" altLang="zh-CN" sz="500" b="0">
                  <a:solidFill>
                    <a:srgbClr val="E394DC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"Sr"</a:t>
              </a:r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, </a:t>
              </a:r>
              <a:r>
                <a:rPr lang="en-US" altLang="zh-CN" sz="500" b="0">
                  <a:solidFill>
                    <a:srgbClr val="82D2CE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"stoichiometry"</a:t>
              </a:r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: </a:t>
              </a:r>
              <a:r>
                <a:rPr lang="en-US" altLang="zh-CN" sz="500" b="0">
                  <a:solidFill>
                    <a:srgbClr val="E394DC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"4.75-5x"</a:t>
              </a:r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 },</a:t>
              </a:r>
              <a:endPara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endParaRPr>
            </a:p>
            <a:p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    { </a:t>
              </a:r>
              <a:r>
                <a:rPr lang="en-US" altLang="zh-CN" sz="500" b="0">
                  <a:solidFill>
                    <a:srgbClr val="82D2CE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"name"</a:t>
              </a:r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: </a:t>
              </a:r>
              <a:r>
                <a:rPr lang="en-US" altLang="zh-CN" sz="500" b="0">
                  <a:solidFill>
                    <a:srgbClr val="E394DC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"Ca"</a:t>
              </a:r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, </a:t>
              </a:r>
              <a:r>
                <a:rPr lang="en-US" altLang="zh-CN" sz="500" b="0">
                  <a:solidFill>
                    <a:srgbClr val="82D2CE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"stoichiometry"</a:t>
              </a:r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: </a:t>
              </a:r>
              <a:r>
                <a:rPr lang="en-US" altLang="zh-CN" sz="500" b="0">
                  <a:solidFill>
                    <a:srgbClr val="E394DC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"5x"</a:t>
              </a:r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 }, ...</a:t>
              </a:r>
              <a:endPara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endParaRPr>
            </a:p>
            <a:p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  ],</a:t>
              </a:r>
              <a:endPara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endParaRPr>
            </a:p>
            <a:p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  </a:t>
              </a:r>
              <a:r>
                <a:rPr lang="en-US" altLang="zh-CN" sz="500" b="0">
                  <a:solidFill>
                    <a:srgbClr val="82D2CE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"dopants"</a:t>
              </a:r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: [</a:t>
              </a:r>
              <a:endPara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endParaRPr>
            </a:p>
            <a:p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    {</a:t>
              </a:r>
              <a:r>
                <a:rPr lang="en-US" altLang="zh-CN" sz="500" b="0">
                  <a:solidFill>
                    <a:srgbClr val="82D2CE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"name"</a:t>
              </a:r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: </a:t>
              </a:r>
              <a:r>
                <a:rPr lang="en-US" altLang="zh-CN" sz="500" b="0">
                  <a:solidFill>
                    <a:srgbClr val="E394DC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"Eu"</a:t>
              </a:r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, </a:t>
              </a:r>
              <a:r>
                <a:rPr lang="en-US" altLang="zh-CN" sz="500" b="0">
                  <a:solidFill>
                    <a:srgbClr val="82D2CE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"stoichiometry"</a:t>
              </a:r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: </a:t>
              </a:r>
              <a:r>
                <a:rPr lang="en-US" altLang="zh-CN" sz="500" b="0">
                  <a:solidFill>
                    <a:srgbClr val="E394DC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"0.25"</a:t>
              </a:r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, </a:t>
              </a:r>
              <a:r>
                <a:rPr lang="en-US" altLang="zh-CN" sz="500" b="0">
                  <a:solidFill>
                    <a:srgbClr val="82D2CE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"valance"</a:t>
              </a:r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: </a:t>
              </a:r>
              <a:r>
                <a:rPr lang="en-US" altLang="zh-CN" sz="500" b="0">
                  <a:solidFill>
                    <a:srgbClr val="E394DC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"2+"</a:t>
              </a:r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}</a:t>
              </a:r>
              <a:endPara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endParaRPr>
            </a:p>
            <a:p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  ],</a:t>
              </a:r>
              <a:endPara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endParaRPr>
            </a:p>
            <a:p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  </a:t>
              </a:r>
              <a:r>
                <a:rPr lang="en-US" altLang="zh-CN" sz="500" b="0">
                  <a:solidFill>
                    <a:srgbClr val="82D2CE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"variables"</a:t>
              </a:r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: [</a:t>
              </a:r>
              <a:endPara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endParaRPr>
            </a:p>
            <a:p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    {</a:t>
              </a:r>
              <a:endPara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endParaRPr>
            </a:p>
            <a:p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      </a:t>
              </a:r>
              <a:r>
                <a:rPr lang="en-US" altLang="zh-CN" sz="500" b="0">
                  <a:solidFill>
                    <a:srgbClr val="82D2CE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"variable"</a:t>
              </a:r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: </a:t>
              </a:r>
              <a:r>
                <a:rPr lang="en-US" altLang="zh-CN" sz="500" b="0">
                  <a:solidFill>
                    <a:srgbClr val="E394DC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"x"</a:t>
              </a:r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,</a:t>
              </a:r>
              <a:endPara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endParaRPr>
            </a:p>
            <a:p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      </a:t>
              </a:r>
              <a:r>
                <a:rPr lang="en-US" altLang="zh-CN" sz="500" b="0">
                  <a:solidFill>
                    <a:srgbClr val="82D2CE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"range"</a:t>
              </a:r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: </a:t>
              </a:r>
              <a:r>
                <a:rPr lang="en-US" altLang="zh-CN" sz="500" b="0">
                  <a:solidFill>
                    <a:srgbClr val="E394DC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"0.01 ≤ x ≤ 0.95"</a:t>
              </a:r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,</a:t>
              </a:r>
              <a:endPara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endParaRPr>
            </a:p>
            <a:p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      </a:t>
              </a:r>
              <a:r>
                <a:rPr lang="en-US" altLang="zh-CN" sz="500" b="0">
                  <a:solidFill>
                    <a:srgbClr val="82D2CE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"values"</a:t>
              </a:r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: []</a:t>
              </a:r>
              <a:endPara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endParaRPr>
            </a:p>
            <a:p>
              <a:r>
                <a:rPr lang="en-US" altLang="zh-CN" sz="500" b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    }</a:t>
              </a:r>
              <a:endPara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endParaRPr>
            </a:p>
          </p:txBody>
        </p:sp>
        <p:sp>
          <p:nvSpPr>
            <p:cNvPr id="124" name="文本框 123"/>
            <p:cNvSpPr txBox="1"/>
            <p:nvPr/>
          </p:nvSpPr>
          <p:spPr>
            <a:xfrm>
              <a:off x="11750" y="3956"/>
              <a:ext cx="3070" cy="410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txBody>
            <a:bodyPr wrap="square">
              <a:noAutofit/>
            </a:bodyPr>
            <a:lstStyle/>
            <a:p>
              <a:r>
                <a:rPr lang="en-US" altLang="zh-CN" sz="500" b="0" dirty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  ],</a:t>
              </a:r>
              <a:endPara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endParaRPr>
            </a:p>
            <a:p>
              <a:r>
                <a:rPr lang="en-US" altLang="zh-CN" sz="500" b="0" dirty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  </a:t>
              </a:r>
              <a:r>
                <a:rPr lang="en-US" altLang="zh-CN" sz="500" b="0" dirty="0">
                  <a:solidFill>
                    <a:srgbClr val="82D2CE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"precursors"</a:t>
              </a:r>
              <a:r>
                <a:rPr lang="en-US" altLang="zh-CN" sz="500" b="0" dirty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: [</a:t>
              </a:r>
              <a:endPara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endParaRPr>
            </a:p>
            <a:p>
              <a:r>
                <a:rPr lang="en-US" altLang="zh-CN" sz="500" b="0" dirty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    </a:t>
              </a:r>
              <a:r>
                <a:rPr lang="en-US" altLang="zh-CN" sz="500" b="0" dirty="0">
                  <a:solidFill>
                    <a:srgbClr val="E394DC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"CaCO3"</a:t>
              </a:r>
              <a:r>
                <a:rPr lang="en-US" altLang="zh-CN" sz="500" b="0" dirty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, </a:t>
              </a:r>
              <a:r>
                <a:rPr lang="en-US" altLang="zh-CN" sz="500" b="0" dirty="0">
                  <a:solidFill>
                    <a:srgbClr val="E394DC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"SrCO3"</a:t>
              </a:r>
              <a:r>
                <a:rPr lang="en-US" altLang="zh-CN" sz="500" b="0" dirty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, </a:t>
              </a:r>
              <a:r>
                <a:rPr lang="en-US" altLang="zh-CN" sz="500" b="0" dirty="0">
                  <a:solidFill>
                    <a:srgbClr val="E394DC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"NH4H2PO4"</a:t>
              </a:r>
              <a:r>
                <a:rPr lang="en-US" altLang="zh-CN" sz="500" b="0" dirty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, </a:t>
              </a:r>
              <a:r>
                <a:rPr lang="en-US" altLang="zh-CN" sz="500" b="0" dirty="0">
                  <a:solidFill>
                    <a:srgbClr val="E394DC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"SiO2"</a:t>
              </a:r>
              <a:r>
                <a:rPr lang="en-US" altLang="zh-CN" sz="500" b="0" dirty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, </a:t>
              </a:r>
              <a:r>
                <a:rPr lang="en-US" altLang="zh-CN" sz="500" b="0" dirty="0">
                  <a:solidFill>
                    <a:srgbClr val="E394DC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"Eu2O3"</a:t>
              </a:r>
              <a:endPara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endParaRPr>
            </a:p>
            <a:p>
              <a:r>
                <a:rPr lang="en-US" altLang="zh-CN" sz="500" b="0" dirty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  ],</a:t>
              </a:r>
              <a:endPara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endParaRPr>
            </a:p>
            <a:p>
              <a:r>
                <a:rPr lang="en-US" altLang="zh-CN" sz="500" b="0" dirty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  </a:t>
              </a:r>
              <a:r>
                <a:rPr lang="en-US" altLang="zh-CN" sz="500" b="0" dirty="0">
                  <a:solidFill>
                    <a:srgbClr val="82D2CE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</a:t>
              </a:r>
              <a:r>
                <a:rPr lang="en-US" altLang="zh-CN" sz="500" b="0" dirty="0" err="1">
                  <a:solidFill>
                    <a:srgbClr val="82D2CE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experimental_conditions</a:t>
              </a:r>
              <a:r>
                <a:rPr lang="en-US" altLang="zh-CN" sz="500" b="0" dirty="0">
                  <a:solidFill>
                    <a:srgbClr val="82D2CE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</a:t>
              </a:r>
              <a:r>
                <a:rPr lang="en-US" altLang="zh-CN" sz="500" b="0" dirty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: [</a:t>
              </a:r>
              <a:endPara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endParaRPr>
            </a:p>
            <a:p>
              <a:r>
                <a:rPr lang="en-US" altLang="zh-CN" sz="500" b="0" dirty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    {</a:t>
              </a:r>
              <a:endPara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endParaRPr>
            </a:p>
            <a:p>
              <a:r>
                <a:rPr lang="en-US" altLang="zh-CN" sz="500" b="0" dirty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      </a:t>
              </a:r>
              <a:r>
                <a:rPr lang="en-US" altLang="zh-CN" sz="500" b="0" dirty="0">
                  <a:solidFill>
                    <a:srgbClr val="82D2CE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</a:t>
              </a:r>
              <a:r>
                <a:rPr lang="en-US" altLang="zh-CN" sz="500" b="0" dirty="0" err="1">
                  <a:solidFill>
                    <a:srgbClr val="82D2CE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operation_name</a:t>
              </a:r>
              <a:r>
                <a:rPr lang="en-US" altLang="zh-CN" sz="500" b="0" dirty="0">
                  <a:solidFill>
                    <a:srgbClr val="82D2CE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</a:t>
              </a:r>
              <a:r>
                <a:rPr lang="en-US" altLang="zh-CN" sz="500" b="0" dirty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: </a:t>
              </a:r>
              <a:r>
                <a:rPr lang="en-US" altLang="zh-CN" sz="500" b="0" dirty="0">
                  <a:solidFill>
                    <a:srgbClr val="E394DC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"heat"</a:t>
              </a:r>
              <a:r>
                <a:rPr lang="en-US" altLang="zh-CN" sz="500" b="0" dirty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,</a:t>
              </a:r>
              <a:endPara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endParaRPr>
            </a:p>
            <a:p>
              <a:r>
                <a:rPr lang="en-US" altLang="zh-CN" sz="500" b="0" dirty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      </a:t>
              </a:r>
              <a:r>
                <a:rPr lang="en-US" altLang="zh-CN" sz="500" b="0" dirty="0">
                  <a:solidFill>
                    <a:srgbClr val="82D2CE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"temperature"</a:t>
              </a:r>
              <a:r>
                <a:rPr lang="en-US" altLang="zh-CN" sz="500" b="0" dirty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: [</a:t>
              </a:r>
              <a:r>
                <a:rPr lang="en-US" altLang="zh-CN" sz="500" b="0" dirty="0">
                  <a:solidFill>
                    <a:srgbClr val="EBC88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350</a:t>
              </a:r>
              <a:r>
                <a:rPr lang="en-US" altLang="zh-CN" sz="500" b="0" dirty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],</a:t>
              </a:r>
              <a:endPara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endParaRPr>
            </a:p>
            <a:p>
              <a:r>
                <a:rPr lang="en-US" altLang="zh-CN" sz="500" b="0" dirty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      </a:t>
              </a:r>
              <a:r>
                <a:rPr lang="en-US" altLang="zh-CN" sz="500" b="0" dirty="0">
                  <a:solidFill>
                    <a:srgbClr val="82D2CE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"unit"</a:t>
              </a:r>
              <a:r>
                <a:rPr lang="en-US" altLang="zh-CN" sz="500" b="0" dirty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: </a:t>
              </a:r>
              <a:r>
                <a:rPr lang="en-US" altLang="zh-CN" sz="500" b="0" dirty="0">
                  <a:solidFill>
                    <a:srgbClr val="E394DC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"°C"</a:t>
              </a:r>
              <a:r>
                <a:rPr lang="en-US" altLang="zh-CN" sz="500" b="0" dirty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,</a:t>
              </a:r>
              <a:endPara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endParaRPr>
            </a:p>
            <a:p>
              <a:r>
                <a:rPr lang="en-US" altLang="zh-CN" sz="500" b="0" dirty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      </a:t>
              </a:r>
              <a:r>
                <a:rPr lang="en-US" altLang="zh-CN" sz="500" b="0" dirty="0">
                  <a:solidFill>
                    <a:srgbClr val="82D2CE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"duration"</a:t>
              </a:r>
              <a:r>
                <a:rPr lang="en-US" altLang="zh-CN" sz="500" b="0" dirty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: </a:t>
              </a:r>
              <a:r>
                <a:rPr lang="en-US" altLang="zh-CN" sz="500" b="0" dirty="0">
                  <a:solidFill>
                    <a:srgbClr val="E394DC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""</a:t>
              </a:r>
              <a:r>
                <a:rPr lang="en-US" altLang="zh-CN" sz="500" b="0" dirty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,</a:t>
              </a:r>
              <a:endPara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endParaRPr>
            </a:p>
            <a:p>
              <a:r>
                <a:rPr lang="en-US" altLang="zh-CN" sz="500" b="0" dirty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      </a:t>
              </a:r>
              <a:r>
                <a:rPr lang="en-US" altLang="zh-CN" sz="500" b="0" dirty="0">
                  <a:solidFill>
                    <a:srgbClr val="82D2CE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"atmosphere"</a:t>
              </a:r>
              <a:r>
                <a:rPr lang="en-US" altLang="zh-CN" sz="500" b="0" dirty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: </a:t>
              </a:r>
              <a:r>
                <a:rPr lang="en-US" altLang="zh-CN" sz="500" b="0" dirty="0">
                  <a:solidFill>
                    <a:srgbClr val="E394DC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"air"</a:t>
              </a:r>
              <a:endPara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endParaRPr>
            </a:p>
            <a:p>
              <a:r>
                <a:rPr lang="en-US" altLang="zh-CN" sz="500" b="0" dirty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    }, </a:t>
              </a:r>
              <a:r>
                <a:rPr lang="en-US" altLang="zh-CN" sz="500" dirty="0">
                  <a:solidFill>
                    <a:srgbClr val="D6D6DD"/>
                  </a:solidFill>
                  <a:latin typeface="微软雅黑" charset="-122"/>
                  <a:ea typeface="微软雅黑" charset="-122"/>
                  <a:sym typeface="微软雅黑" charset="-122"/>
                </a:rPr>
                <a:t>...</a:t>
              </a:r>
              <a:endPara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endParaRPr>
            </a:p>
            <a:p>
              <a:r>
                <a:rPr lang="en-US" altLang="zh-CN" sz="500" b="0" dirty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  ]</a:t>
              </a:r>
              <a:endPara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endParaRPr>
            </a:p>
            <a:p>
              <a:r>
                <a:rPr lang="en-US" altLang="zh-CN" sz="500" b="0" dirty="0">
                  <a:solidFill>
                    <a:srgbClr val="D6D6DD"/>
                  </a:solidFill>
                  <a:effectLst/>
                  <a:latin typeface="微软雅黑" charset="-122"/>
                  <a:ea typeface="微软雅黑" charset="-122"/>
                  <a:sym typeface="微软雅黑" charset="-122"/>
                </a:rPr>
                <a:t>}</a:t>
              </a:r>
              <a:endPara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endParaRPr>
            </a:p>
          </p:txBody>
        </p:sp>
        <p:pic>
          <p:nvPicPr>
            <p:cNvPr id="125" name="图形 108" descr="箭头: 逆时针曲线 纯色填充"/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 rot="8013965">
              <a:off x="6602" y="3747"/>
              <a:ext cx="1337" cy="1337"/>
            </a:xfrm>
            <a:prstGeom prst="rect">
              <a:avLst/>
            </a:prstGeom>
          </p:spPr>
        </p:pic>
        <p:sp>
          <p:nvSpPr>
            <p:cNvPr id="126" name="文本框 125"/>
            <p:cNvSpPr txBox="1"/>
            <p:nvPr/>
          </p:nvSpPr>
          <p:spPr>
            <a:xfrm>
              <a:off x="6086" y="4889"/>
              <a:ext cx="2160" cy="162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600">
                  <a:latin typeface="微软雅黑" charset="-122"/>
                  <a:ea typeface="微软雅黑" charset="-122"/>
                  <a:sym typeface="微软雅黑" charset="-122"/>
                </a:rPr>
                <a:t>Json Doc</a:t>
              </a:r>
              <a:endParaRPr lang="zh-CN" altLang="en-US" sz="1600">
                <a:latin typeface="微软雅黑" charset="-122"/>
                <a:ea typeface="微软雅黑" charset="-122"/>
                <a:sym typeface="微软雅黑" charset="-122"/>
              </a:endParaRPr>
            </a:p>
          </p:txBody>
        </p:sp>
      </p:grpSp>
      <p:sp>
        <p:nvSpPr>
          <p:cNvPr id="129" name="箭头: 右 107"/>
          <p:cNvSpPr/>
          <p:nvPr/>
        </p:nvSpPr>
        <p:spPr>
          <a:xfrm>
            <a:off x="4923155" y="1421765"/>
            <a:ext cx="718820" cy="369570"/>
          </a:xfrm>
          <a:prstGeom prst="rightArrow">
            <a:avLst/>
          </a:prstGeom>
          <a:solidFill>
            <a:srgbClr val="5B9BD5"/>
          </a:solidFill>
          <a:ln w="12700" cap="flat" cmpd="sng" algn="ctr">
            <a:solidFill>
              <a:srgbClr val="5B9BD5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  <a:sym typeface="微软雅黑" charset="-122"/>
            </a:endParaRPr>
          </a:p>
        </p:txBody>
      </p:sp>
      <p:sp>
        <p:nvSpPr>
          <p:cNvPr id="130" name="箭头: 右 107"/>
          <p:cNvSpPr/>
          <p:nvPr/>
        </p:nvSpPr>
        <p:spPr>
          <a:xfrm rot="5400000">
            <a:off x="9822180" y="3888105"/>
            <a:ext cx="482600" cy="369570"/>
          </a:xfrm>
          <a:prstGeom prst="rightArrow">
            <a:avLst/>
          </a:prstGeom>
          <a:solidFill>
            <a:srgbClr val="5B9BD5"/>
          </a:solidFill>
          <a:ln w="12700" cap="flat" cmpd="sng" algn="ctr">
            <a:solidFill>
              <a:srgbClr val="5B9BD5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  <a:sym typeface="微软雅黑" charset="-122"/>
            </a:endParaRPr>
          </a:p>
        </p:txBody>
      </p:sp>
      <p:sp>
        <p:nvSpPr>
          <p:cNvPr id="131" name="箭头: 右 107"/>
          <p:cNvSpPr/>
          <p:nvPr/>
        </p:nvSpPr>
        <p:spPr>
          <a:xfrm rot="10800000">
            <a:off x="5422265" y="6000750"/>
            <a:ext cx="1107440" cy="369570"/>
          </a:xfrm>
          <a:prstGeom prst="rightArrow">
            <a:avLst/>
          </a:prstGeom>
          <a:solidFill>
            <a:srgbClr val="5B9BD5"/>
          </a:solidFill>
          <a:ln w="12700" cap="flat" cmpd="sng" algn="ctr">
            <a:solidFill>
              <a:srgbClr val="5B9BD5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  <a:sym typeface="微软雅黑" charset="-122"/>
            </a:endParaRPr>
          </a:p>
        </p:txBody>
      </p:sp>
      <p:sp>
        <p:nvSpPr>
          <p:cNvPr id="133" name="圆角右箭头 132"/>
          <p:cNvSpPr/>
          <p:nvPr/>
        </p:nvSpPr>
        <p:spPr>
          <a:xfrm>
            <a:off x="2447290" y="3561080"/>
            <a:ext cx="1076325" cy="584200"/>
          </a:xfrm>
          <a:prstGeom prst="bentArrow">
            <a:avLst>
              <a:gd name="adj1" fmla="val 31593"/>
              <a:gd name="adj2" fmla="val 25000"/>
              <a:gd name="adj3" fmla="val 38363"/>
              <a:gd name="adj4" fmla="val 43750"/>
            </a:avLst>
          </a:prstGeom>
          <a:solidFill>
            <a:schemeClr val="tx2">
              <a:lumMod val="50000"/>
              <a:lumOff val="5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5960" y="287655"/>
            <a:ext cx="10143490" cy="482600"/>
          </a:xfrm>
        </p:spPr>
        <p:txBody>
          <a:bodyPr/>
          <a:lstStyle/>
          <a:p>
            <a:r>
              <a:rPr kumimoji="1" lang="zh-CN" altLang="en-US" sz="2800" b="1" dirty="0">
                <a:solidFill>
                  <a:schemeClr val="tx1"/>
                </a:solidFill>
              </a:rPr>
              <a:t>核心创新：集合级预测与证据约束</a:t>
            </a:r>
            <a:r>
              <a:rPr kumimoji="1" lang="en-US" altLang="zh-CN" sz="2800" b="1" dirty="0">
                <a:solidFill>
                  <a:schemeClr val="tx1"/>
                </a:solidFill>
              </a:rPr>
              <a:t>  （</a:t>
            </a:r>
            <a:r>
              <a:rPr kumimoji="1" lang="zh-CN" altLang="en-US" sz="2800" b="1" dirty="0">
                <a:solidFill>
                  <a:schemeClr val="tx1"/>
                </a:solidFill>
              </a:rPr>
              <a:t>核心创新</a:t>
            </a:r>
            <a:r>
              <a:rPr kumimoji="1" lang="en-US" altLang="zh-CN" sz="2800" b="1" dirty="0">
                <a:solidFill>
                  <a:schemeClr val="tx1"/>
                </a:solidFill>
              </a:rPr>
              <a:t>）</a:t>
            </a:r>
            <a:endParaRPr kumimoji="1" lang="en-US" altLang="zh-CN" sz="2800" b="1" dirty="0">
              <a:solidFill>
                <a:schemeClr val="tx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0" y="220345"/>
            <a:ext cx="420370" cy="617220"/>
          </a:xfrm>
          <a:prstGeom prst="rect">
            <a:avLst/>
          </a:prstGeom>
          <a:solidFill>
            <a:srgbClr val="0356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524510" y="220345"/>
            <a:ext cx="171450" cy="617220"/>
          </a:xfrm>
          <a:prstGeom prst="rect">
            <a:avLst/>
          </a:prstGeom>
          <a:solidFill>
            <a:srgbClr val="0356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03" name="图片 102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02260" y="1370965"/>
            <a:ext cx="5666740" cy="3914775"/>
          </a:xfrm>
          <a:prstGeom prst="rect">
            <a:avLst/>
          </a:prstGeom>
        </p:spPr>
      </p:pic>
      <p:pic>
        <p:nvPicPr>
          <p:cNvPr id="104" name="图片 10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375" y="5287010"/>
            <a:ext cx="5554980" cy="1560830"/>
          </a:xfrm>
          <a:prstGeom prst="rect">
            <a:avLst/>
          </a:prstGeom>
        </p:spPr>
      </p:pic>
      <p:sp>
        <p:nvSpPr>
          <p:cNvPr id="105" name="文本框 42"/>
          <p:cNvSpPr txBox="1"/>
          <p:nvPr/>
        </p:nvSpPr>
        <p:spPr>
          <a:xfrm>
            <a:off x="419735" y="963295"/>
            <a:ext cx="5468620" cy="387985"/>
          </a:xfrm>
          <a:prstGeom prst="rect">
            <a:avLst/>
          </a:prstGeom>
          <a:solidFill>
            <a:srgbClr val="154A97"/>
          </a:solidFill>
          <a:ln w="28575"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97000">
                  <a:schemeClr val="bg1">
                    <a:lumMod val="85000"/>
                  </a:schemeClr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ctr" defTabSz="914400" rtl="0" eaLnBrk="1" latinLnBrk="0" hangingPunct="1">
              <a:defRPr sz="2000" b="1" kern="1200">
                <a:solidFill>
                  <a:schemeClr val="lt1"/>
                </a:solidFill>
                <a:latin typeface="微软雅黑" charset="-122"/>
                <a:ea typeface="微软雅黑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sym typeface="微软雅黑" charset="-122"/>
              </a:rPr>
              <a:t>RECIPE：</a:t>
            </a:r>
            <a:r>
              <a:rPr lang="zh-CN" altLang="en-US" dirty="0">
                <a:sym typeface="微软雅黑" charset="-122"/>
              </a:rPr>
              <a:t>对变长前驱体组合建模与重排</a:t>
            </a:r>
            <a:endParaRPr lang="zh-CN" altLang="en-US" dirty="0">
              <a:sym typeface="微软雅黑" charset="-122"/>
            </a:endParaRPr>
          </a:p>
        </p:txBody>
      </p:sp>
      <p:sp>
        <p:nvSpPr>
          <p:cNvPr id="106" name="文本框 42"/>
          <p:cNvSpPr txBox="1"/>
          <p:nvPr/>
        </p:nvSpPr>
        <p:spPr>
          <a:xfrm>
            <a:off x="6427470" y="963295"/>
            <a:ext cx="5468620" cy="387985"/>
          </a:xfrm>
          <a:prstGeom prst="rect">
            <a:avLst/>
          </a:prstGeom>
          <a:solidFill>
            <a:srgbClr val="154A97"/>
          </a:solidFill>
          <a:ln w="28575"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97000">
                  <a:schemeClr val="bg1">
                    <a:lumMod val="85000"/>
                  </a:schemeClr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ctr" defTabSz="914400" rtl="0" eaLnBrk="1" latinLnBrk="0" hangingPunct="1">
              <a:defRPr sz="2000" b="1" kern="1200">
                <a:solidFill>
                  <a:schemeClr val="lt1"/>
                </a:solidFill>
                <a:latin typeface="微软雅黑" charset="-122"/>
                <a:ea typeface="微软雅黑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sym typeface="微软雅黑" charset="-122"/>
              </a:rPr>
              <a:t>证据约束自循环</a:t>
            </a:r>
            <a:r>
              <a:rPr lang="en-US" altLang="zh-CN" dirty="0">
                <a:sym typeface="微软雅黑" charset="-122"/>
              </a:rPr>
              <a:t>：</a:t>
            </a:r>
            <a:endParaRPr lang="zh-CN" altLang="en-US" dirty="0">
              <a:sym typeface="微软雅黑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5960" y="287655"/>
            <a:ext cx="10250170" cy="482600"/>
          </a:xfrm>
        </p:spPr>
        <p:txBody>
          <a:bodyPr/>
          <a:lstStyle/>
          <a:p>
            <a:r>
              <a:rPr kumimoji="1" lang="en-US" altLang="zh-CN" sz="2800" b="1" dirty="0">
                <a:solidFill>
                  <a:schemeClr val="tx1"/>
                </a:solidFill>
              </a:rPr>
              <a:t>RECIPE </a:t>
            </a:r>
            <a:r>
              <a:rPr kumimoji="1" lang="en-US" altLang="zh-CN" sz="2800" b="1" dirty="0">
                <a:solidFill>
                  <a:schemeClr val="tx1"/>
                </a:solidFill>
                <a:sym typeface="+mn-ea"/>
              </a:rPr>
              <a:t>（</a:t>
            </a:r>
            <a:r>
              <a:rPr kumimoji="1" lang="zh-CN" altLang="en-US" sz="2800" b="1" dirty="0">
                <a:solidFill>
                  <a:schemeClr val="tx1"/>
                </a:solidFill>
                <a:sym typeface="+mn-ea"/>
              </a:rPr>
              <a:t>关键技术实现</a:t>
            </a:r>
            <a:r>
              <a:rPr kumimoji="1" lang="en-US" altLang="zh-CN" sz="2800" b="1" dirty="0">
                <a:solidFill>
                  <a:schemeClr val="tx1"/>
                </a:solidFill>
                <a:sym typeface="+mn-ea"/>
              </a:rPr>
              <a:t> 1）</a:t>
            </a:r>
            <a:endParaRPr kumimoji="1" lang="zh-CN" altLang="en-US" sz="2800" b="1" dirty="0">
              <a:solidFill>
                <a:schemeClr val="tx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0" y="220345"/>
            <a:ext cx="420370" cy="617220"/>
          </a:xfrm>
          <a:prstGeom prst="rect">
            <a:avLst/>
          </a:prstGeom>
          <a:solidFill>
            <a:srgbClr val="0356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524510" y="220345"/>
            <a:ext cx="171450" cy="617220"/>
          </a:xfrm>
          <a:prstGeom prst="rect">
            <a:avLst/>
          </a:prstGeom>
          <a:solidFill>
            <a:srgbClr val="0356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6" name="Group 6"/>
          <p:cNvGrpSpPr/>
          <p:nvPr/>
        </p:nvGrpSpPr>
        <p:grpSpPr>
          <a:xfrm>
            <a:off x="420624" y="1172528"/>
            <a:ext cx="11659362" cy="705231"/>
            <a:chOff x="675894" y="1271588"/>
            <a:chExt cx="11659362" cy="705231"/>
          </a:xfrm>
        </p:grpSpPr>
        <p:sp>
          <p:nvSpPr>
            <p:cNvPr id="5" name="TextBox 5"/>
            <p:cNvSpPr txBox="1"/>
            <p:nvPr/>
          </p:nvSpPr>
          <p:spPr>
            <a:xfrm>
              <a:off x="675894" y="1271588"/>
              <a:ext cx="11659362" cy="7052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zh-CN" sz="1950" dirty="0">
                  <a:solidFill>
                    <a:schemeClr val="dk1"/>
                  </a:solidFill>
                  <a:latin typeface="Segoe UI"/>
                  <a:ea typeface="微软雅黑"/>
                  <a:cs typeface="Segoe UI"/>
                </a:rPr>
                <a:t>前驱体交给 RECIPE：把无机逆合成重述为</a:t>
              </a:r>
              <a:r>
                <a:rPr lang="zh-CN" sz="1950" b="1" dirty="0">
                  <a:solidFill>
                    <a:schemeClr val="accent2"/>
                  </a:solidFill>
                  <a:latin typeface="Segoe UI"/>
                  <a:ea typeface="微软雅黑"/>
                  <a:cs typeface="Segoe UI"/>
                </a:rPr>
                <a:t>变长前驱体集合的排序问题</a:t>
              </a:r>
              <a:r>
                <a:rPr lang="zh-CN" sz="1950" dirty="0">
                  <a:solidFill>
                    <a:schemeClr val="dk1"/>
                  </a:solidFill>
                  <a:latin typeface="Segoe UI"/>
                  <a:ea typeface="微软雅黑"/>
                  <a:cs typeface="Segoe UI"/>
                </a:rPr>
                <a:t>；</a:t>
              </a:r>
              <a:r>
                <a:rPr lang="zh-CN" sz="1950" dirty="0">
                  <a:solidFill>
                    <a:schemeClr val="dk1"/>
                  </a:solidFill>
                  <a:latin typeface="Segoe UI"/>
                  <a:ea typeface="微软雅黑"/>
                  <a:cs typeface="Segoe UI"/>
                </a:rPr>
                <a:t>温度、气氛、助熔剂不由模型臆造，而从结构近邻的实验记录中按证据等级类比，并标出不可迁移的边界。</a:t>
              </a:r>
              <a:endParaRPr lang="zh-CN" sz="1950" dirty="0">
                <a:solidFill>
                  <a:schemeClr val="dk1"/>
                </a:solidFill>
                <a:latin typeface="Segoe UI"/>
                <a:ea typeface="微软雅黑"/>
                <a:cs typeface="Segoe UI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312154" y="2082165"/>
            <a:ext cx="5533116" cy="3934206"/>
            <a:chOff x="679704" y="2038350"/>
            <a:chExt cx="5533116" cy="3934206"/>
          </a:xfrm>
        </p:grpSpPr>
        <p:sp>
          <p:nvSpPr>
            <p:cNvPr id="7" name="Rectangle 7"/>
            <p:cNvSpPr/>
            <p:nvPr/>
          </p:nvSpPr>
          <p:spPr>
            <a:xfrm>
              <a:off x="685800" y="2038350"/>
              <a:ext cx="5334000" cy="363855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726488" y="2076450"/>
              <a:ext cx="5252624" cy="3562350"/>
            </a:xfrm>
            <a:prstGeom prst="rect">
              <a:avLst/>
            </a:prstGeom>
          </p:spPr>
        </p:pic>
        <p:sp>
          <p:nvSpPr>
            <p:cNvPr id="9" name="TextBox 9"/>
            <p:cNvSpPr txBox="1"/>
            <p:nvPr/>
          </p:nvSpPr>
          <p:spPr>
            <a:xfrm>
              <a:off x="679704" y="5737860"/>
              <a:ext cx="55331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Segoe UI"/>
                  <a:ea typeface="微软雅黑"/>
                  <a:cs typeface="Segoe UI"/>
                </a:rPr>
                <a:t>RECIPE 两阶段架构（NeurIPS 2026 投稿图 1）：候选生成 → 候选集合重排</a:t>
              </a:r>
              <a:endParaRPr lang="zh-CN" sz="1200" dirty="0">
                <a:solidFill>
                  <a:schemeClr val="dk2"/>
                </a:solidFill>
                <a:latin typeface="Segoe UI"/>
                <a:ea typeface="微软雅黑"/>
                <a:cs typeface="Segoe UI"/>
              </a:endParaRPr>
            </a:p>
          </p:txBody>
        </p:sp>
      </p:grpSp>
      <p:pic>
        <p:nvPicPr>
          <p:cNvPr id="26" name="图片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120" y="1960880"/>
            <a:ext cx="5688330" cy="29362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5960" y="287655"/>
            <a:ext cx="9149715" cy="482600"/>
          </a:xfrm>
        </p:spPr>
        <p:txBody>
          <a:bodyPr/>
          <a:lstStyle/>
          <a:p>
            <a:r>
              <a:rPr kumimoji="1" lang="zh-CN" altLang="en-US" sz="2800" b="1" dirty="0">
                <a:solidFill>
                  <a:schemeClr val="tx1"/>
                </a:solidFill>
              </a:rPr>
              <a:t>大规模文献抽取与合成方案构建系统</a:t>
            </a:r>
            <a:r>
              <a:rPr kumimoji="1" lang="en-US" altLang="zh-CN" sz="2800" b="1" dirty="0">
                <a:solidFill>
                  <a:schemeClr val="tx1"/>
                </a:solidFill>
              </a:rPr>
              <a:t>  （</a:t>
            </a:r>
            <a:r>
              <a:rPr kumimoji="1" lang="zh-CN" altLang="en-US" sz="2800" b="1" dirty="0">
                <a:solidFill>
                  <a:schemeClr val="tx1"/>
                </a:solidFill>
              </a:rPr>
              <a:t>关键技术实现</a:t>
            </a:r>
            <a:r>
              <a:rPr kumimoji="1" lang="en-US" altLang="zh-CN" sz="2800" b="1" dirty="0">
                <a:solidFill>
                  <a:schemeClr val="tx1"/>
                </a:solidFill>
              </a:rPr>
              <a:t> 2）  </a:t>
            </a:r>
            <a:endParaRPr kumimoji="1" lang="en-US" altLang="zh-CN" sz="2800" b="1" dirty="0">
              <a:solidFill>
                <a:schemeClr val="tx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0" y="220345"/>
            <a:ext cx="420370" cy="617220"/>
          </a:xfrm>
          <a:prstGeom prst="rect">
            <a:avLst/>
          </a:prstGeom>
          <a:solidFill>
            <a:srgbClr val="0356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524510" y="220345"/>
            <a:ext cx="171450" cy="617220"/>
          </a:xfrm>
          <a:prstGeom prst="rect">
            <a:avLst/>
          </a:prstGeom>
          <a:solidFill>
            <a:srgbClr val="0356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8" name="流程图: 手动操作 67"/>
          <p:cNvSpPr/>
          <p:nvPr/>
        </p:nvSpPr>
        <p:spPr>
          <a:xfrm rot="16200000">
            <a:off x="3517958" y="3862258"/>
            <a:ext cx="2099693" cy="995264"/>
          </a:xfrm>
          <a:prstGeom prst="flowChartManualOperation">
            <a:avLst/>
          </a:prstGeom>
          <a:gradFill flip="none" rotWithShape="1">
            <a:gsLst>
              <a:gs pos="100000">
                <a:sysClr val="window" lastClr="FFFFFF"/>
              </a:gs>
              <a:gs pos="0">
                <a:srgbClr val="4472C4">
                  <a:lumMod val="40000"/>
                  <a:lumOff val="60000"/>
                </a:srgbClr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  <a:sym typeface="微软雅黑" charset="-122"/>
            </a:endParaRPr>
          </a:p>
        </p:txBody>
      </p:sp>
      <p:sp>
        <p:nvSpPr>
          <p:cNvPr id="69" name="文本框 68"/>
          <p:cNvSpPr txBox="1"/>
          <p:nvPr/>
        </p:nvSpPr>
        <p:spPr>
          <a:xfrm rot="16200000">
            <a:off x="3572854" y="4043401"/>
            <a:ext cx="16246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altLang="zh-CN" sz="1600" dirty="0">
                <a:solidFill>
                  <a:prstClr val="black"/>
                </a:solidFill>
                <a:latin typeface="微软雅黑" charset="-122"/>
                <a:ea typeface="微软雅黑" charset="-122"/>
                <a:sym typeface="微软雅黑" charset="-122"/>
              </a:rPr>
              <a:t>Experimental</a:t>
            </a:r>
            <a:endParaRPr lang="en-US" altLang="zh-CN" sz="1600" dirty="0">
              <a:solidFill>
                <a:prstClr val="black"/>
              </a:solidFill>
              <a:latin typeface="微软雅黑" charset="-122"/>
              <a:ea typeface="微软雅黑" charset="-122"/>
              <a:sym typeface="微软雅黑" charset="-122"/>
            </a:endParaRPr>
          </a:p>
          <a:p>
            <a:pPr algn="ctr">
              <a:defRPr/>
            </a:pPr>
            <a:r>
              <a:rPr lang="en-US" altLang="zh-CN" sz="1600" dirty="0">
                <a:solidFill>
                  <a:prstClr val="black"/>
                </a:solidFill>
                <a:latin typeface="微软雅黑" charset="-122"/>
                <a:ea typeface="微软雅黑" charset="-122"/>
                <a:sym typeface="微软雅黑" charset="-122"/>
              </a:rPr>
              <a:t>Guidance</a:t>
            </a:r>
            <a:endParaRPr lang="zh-CN" altLang="en-US" sz="1600" dirty="0">
              <a:solidFill>
                <a:prstClr val="black"/>
              </a:solidFill>
              <a:latin typeface="微软雅黑" charset="-122"/>
              <a:ea typeface="微软雅黑" charset="-122"/>
              <a:sym typeface="微软雅黑" charset="-122"/>
            </a:endParaRPr>
          </a:p>
        </p:txBody>
      </p:sp>
      <p:grpSp>
        <p:nvGrpSpPr>
          <p:cNvPr id="70" name="组合 69"/>
          <p:cNvGrpSpPr/>
          <p:nvPr/>
        </p:nvGrpSpPr>
        <p:grpSpPr>
          <a:xfrm>
            <a:off x="4801753" y="3448596"/>
            <a:ext cx="7140228" cy="2002792"/>
            <a:chOff x="2345347" y="3634752"/>
            <a:chExt cx="7140228" cy="2002792"/>
          </a:xfrm>
        </p:grpSpPr>
        <p:sp>
          <p:nvSpPr>
            <p:cNvPr id="71" name="矩形 70"/>
            <p:cNvSpPr/>
            <p:nvPr/>
          </p:nvSpPr>
          <p:spPr>
            <a:xfrm>
              <a:off x="3605369" y="3669817"/>
              <a:ext cx="4732181" cy="259702"/>
            </a:xfrm>
            <a:prstGeom prst="rect">
              <a:avLst/>
            </a:prstGeom>
            <a:solidFill>
              <a:srgbClr val="FFC000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endParaRPr>
            </a:p>
          </p:txBody>
        </p:sp>
        <p:sp>
          <p:nvSpPr>
            <p:cNvPr id="72" name="矩形 71"/>
            <p:cNvSpPr/>
            <p:nvPr/>
          </p:nvSpPr>
          <p:spPr>
            <a:xfrm>
              <a:off x="5987454" y="4169685"/>
              <a:ext cx="3437534" cy="259702"/>
            </a:xfrm>
            <a:prstGeom prst="rect">
              <a:avLst/>
            </a:prstGeom>
            <a:solidFill>
              <a:srgbClr val="F19E65"/>
            </a:solidFill>
            <a:ln w="12700" cap="flat" cmpd="sng" algn="ctr">
              <a:solidFill>
                <a:sysClr val="window" lastClr="FFFFFF">
                  <a:hueOff val="0"/>
                  <a:satOff val="0"/>
                  <a:lumOff val="0"/>
                  <a:alphaOff val="0"/>
                </a:sysClr>
              </a:solidFill>
              <a:prstDash val="solid"/>
              <a:miter lim="800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endParaRPr>
            </a:p>
          </p:txBody>
        </p:sp>
        <p:sp>
          <p:nvSpPr>
            <p:cNvPr id="73" name="矩形 72"/>
            <p:cNvSpPr/>
            <p:nvPr/>
          </p:nvSpPr>
          <p:spPr>
            <a:xfrm>
              <a:off x="8069079" y="4411678"/>
              <a:ext cx="1355909" cy="259702"/>
            </a:xfrm>
            <a:prstGeom prst="rect">
              <a:avLst/>
            </a:prstGeom>
            <a:solidFill>
              <a:srgbClr val="87BF61"/>
            </a:solidFill>
            <a:ln w="12700" cap="flat" cmpd="sng" algn="ctr">
              <a:solidFill>
                <a:sysClr val="window" lastClr="FFFFFF">
                  <a:hueOff val="0"/>
                  <a:satOff val="0"/>
                  <a:lumOff val="0"/>
                  <a:alphaOff val="0"/>
                </a:sysClr>
              </a:solidFill>
              <a:prstDash val="solid"/>
              <a:miter lim="800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endParaRPr>
            </a:p>
          </p:txBody>
        </p:sp>
        <p:sp>
          <p:nvSpPr>
            <p:cNvPr id="74" name="矩形 73"/>
            <p:cNvSpPr/>
            <p:nvPr/>
          </p:nvSpPr>
          <p:spPr>
            <a:xfrm>
              <a:off x="7945199" y="4636148"/>
              <a:ext cx="1479789" cy="259702"/>
            </a:xfrm>
            <a:prstGeom prst="rect">
              <a:avLst/>
            </a:prstGeom>
            <a:solidFill>
              <a:srgbClr val="668CD0"/>
            </a:solidFill>
            <a:ln w="12700" cap="flat" cmpd="sng" algn="ctr">
              <a:solidFill>
                <a:sysClr val="window" lastClr="FFFFFF">
                  <a:hueOff val="0"/>
                  <a:satOff val="0"/>
                  <a:lumOff val="0"/>
                  <a:alphaOff val="0"/>
                </a:sysClr>
              </a:solidFill>
              <a:prstDash val="solid"/>
              <a:miter lim="800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endParaRPr>
            </a:p>
          </p:txBody>
        </p:sp>
        <p:sp>
          <p:nvSpPr>
            <p:cNvPr id="75" name="矩形 74"/>
            <p:cNvSpPr/>
            <p:nvPr/>
          </p:nvSpPr>
          <p:spPr>
            <a:xfrm>
              <a:off x="2396126" y="4895850"/>
              <a:ext cx="842374" cy="259702"/>
            </a:xfrm>
            <a:prstGeom prst="rect">
              <a:avLst/>
            </a:prstGeom>
            <a:solidFill>
              <a:srgbClr val="668CD0"/>
            </a:solidFill>
            <a:ln w="12700" cap="flat" cmpd="sng" algn="ctr">
              <a:solidFill>
                <a:sysClr val="window" lastClr="FFFFFF">
                  <a:hueOff val="0"/>
                  <a:satOff val="0"/>
                  <a:lumOff val="0"/>
                  <a:alphaOff val="0"/>
                </a:sysClr>
              </a:solidFill>
              <a:prstDash val="solid"/>
              <a:miter lim="800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endParaRPr>
            </a:p>
          </p:txBody>
        </p:sp>
        <p:sp>
          <p:nvSpPr>
            <p:cNvPr id="76" name="矩形 75"/>
            <p:cNvSpPr/>
            <p:nvPr/>
          </p:nvSpPr>
          <p:spPr>
            <a:xfrm>
              <a:off x="3497752" y="4895850"/>
              <a:ext cx="2541097" cy="259702"/>
            </a:xfrm>
            <a:prstGeom prst="rect">
              <a:avLst/>
            </a:prstGeom>
            <a:solidFill>
              <a:srgbClr val="668CD0"/>
            </a:solidFill>
            <a:ln w="12700" cap="flat" cmpd="sng" algn="ctr">
              <a:solidFill>
                <a:sysClr val="window" lastClr="FFFFFF">
                  <a:hueOff val="0"/>
                  <a:satOff val="0"/>
                  <a:lumOff val="0"/>
                  <a:alphaOff val="0"/>
                </a:sysClr>
              </a:solidFill>
              <a:prstDash val="solid"/>
              <a:miter lim="800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endParaRPr>
            </a:p>
          </p:txBody>
        </p:sp>
        <p:sp>
          <p:nvSpPr>
            <p:cNvPr id="77" name="矩形 76"/>
            <p:cNvSpPr/>
            <p:nvPr/>
          </p:nvSpPr>
          <p:spPr>
            <a:xfrm>
              <a:off x="6271581" y="4895850"/>
              <a:ext cx="357819" cy="259702"/>
            </a:xfrm>
            <a:prstGeom prst="rect">
              <a:avLst/>
            </a:prstGeom>
            <a:solidFill>
              <a:srgbClr val="668CD0"/>
            </a:solidFill>
            <a:ln w="12700" cap="flat" cmpd="sng" algn="ctr">
              <a:solidFill>
                <a:sysClr val="window" lastClr="FFFFFF">
                  <a:hueOff val="0"/>
                  <a:satOff val="0"/>
                  <a:lumOff val="0"/>
                  <a:alphaOff val="0"/>
                </a:sysClr>
              </a:solidFill>
              <a:prstDash val="solid"/>
              <a:miter lim="800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endParaRPr>
            </a:p>
          </p:txBody>
        </p:sp>
        <p:sp>
          <p:nvSpPr>
            <p:cNvPr id="78" name="矩形 77"/>
            <p:cNvSpPr/>
            <p:nvPr/>
          </p:nvSpPr>
          <p:spPr>
            <a:xfrm>
              <a:off x="2396126" y="4393968"/>
              <a:ext cx="3699873" cy="259702"/>
            </a:xfrm>
            <a:prstGeom prst="rect">
              <a:avLst/>
            </a:prstGeom>
            <a:solidFill>
              <a:srgbClr val="F19E65"/>
            </a:solidFill>
            <a:ln w="12700" cap="flat" cmpd="sng" algn="ctr">
              <a:solidFill>
                <a:sysClr val="window" lastClr="FFFFFF">
                  <a:hueOff val="0"/>
                  <a:satOff val="0"/>
                  <a:lumOff val="0"/>
                  <a:alphaOff val="0"/>
                </a:sysClr>
              </a:solidFill>
              <a:prstDash val="solid"/>
              <a:miter lim="800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endParaRPr>
            </a:p>
          </p:txBody>
        </p:sp>
        <p:sp>
          <p:nvSpPr>
            <p:cNvPr id="79" name="矩形 78"/>
            <p:cNvSpPr/>
            <p:nvPr/>
          </p:nvSpPr>
          <p:spPr>
            <a:xfrm>
              <a:off x="2396126" y="4636148"/>
              <a:ext cx="5247687" cy="259702"/>
            </a:xfrm>
            <a:prstGeom prst="rect">
              <a:avLst/>
            </a:prstGeom>
            <a:solidFill>
              <a:srgbClr val="87BF61"/>
            </a:solidFill>
            <a:ln w="12700" cap="flat" cmpd="sng" algn="ctr">
              <a:solidFill>
                <a:sysClr val="window" lastClr="FFFFFF">
                  <a:hueOff val="0"/>
                  <a:satOff val="0"/>
                  <a:lumOff val="0"/>
                  <a:alphaOff val="0"/>
                </a:sysClr>
              </a:solidFill>
              <a:prstDash val="solid"/>
              <a:miter lim="800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  <a:sym typeface="微软雅黑" charset="-122"/>
              </a:endParaRPr>
            </a:p>
          </p:txBody>
        </p:sp>
        <p:sp>
          <p:nvSpPr>
            <p:cNvPr id="80" name="文本框 79"/>
            <p:cNvSpPr txBox="1"/>
            <p:nvPr/>
          </p:nvSpPr>
          <p:spPr>
            <a:xfrm>
              <a:off x="2345347" y="3634752"/>
              <a:ext cx="7140228" cy="200279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just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5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charset="-122"/>
                  <a:ea typeface="微软雅黑" charset="-122"/>
                  <a:cs typeface="Times New Roman" panose="02020503050405090304" pitchFamily="18" charset="0"/>
                  <a:sym typeface="微软雅黑" charset="-122"/>
                </a:rPr>
                <a:t>The phosphors of Sr4.75-5x-5yCa5xBa5y(PO4)2(SiO4):Eu0.252+ (0.01 ≤ x ≤ 1; 0.01 ≤ y ≤ 0.5) were prepared: I) Sr4.75-5xCa5x((PO4)(SiO4)0.5)2:Eu0.252+ (0.01 ≤ x ≤ 0.95); and II) Sr4.75-5yBa5y(PO4) 2(SiO4):Eu0.252+ (y = 0.01, 0.05, 0.1, 0.2, 0.5). The starting materials were CaCO3 (99.99%), SrCO3 (99.99%), BaCO3 (99.99%), NH4H2PO4 (99.99%), SiO2 (99.99%), Eu2O3 (99.99%). The stoichiometric chemicals were weighed and thoroughly mixed in an agate mortar, then transferred to a corundum crucible and heated at 350 (in air), 1000 (in air) and 1300 °C (in reducing (h2) atmosphere) for 15 h, respectively. In the experiments no signals from Eu3+ were detected on the emission spectra, indicating the Eu3+ ions were successfully reduced to Eu2+ ions in the present experimental conditions.</a:t>
              </a:r>
              <a:endParaRPr kumimoji="0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Times New Roman" panose="02020503050405090304" pitchFamily="18" charset="0"/>
                <a:sym typeface="微软雅黑" charset="-122"/>
              </a:endParaRPr>
            </a:p>
          </p:txBody>
        </p:sp>
      </p:grpSp>
      <p:pic>
        <p:nvPicPr>
          <p:cNvPr id="81" name="图片 80" descr="文本&#10;&#10;AI 生成的内容可能不正确。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5416" y="3374359"/>
            <a:ext cx="1565780" cy="2049948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sp>
        <p:nvSpPr>
          <p:cNvPr id="82" name="文本框 81"/>
          <p:cNvSpPr txBox="1"/>
          <p:nvPr/>
        </p:nvSpPr>
        <p:spPr>
          <a:xfrm>
            <a:off x="4371425" y="3088161"/>
            <a:ext cx="22166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6600" b="1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  <a:sym typeface="微软雅黑" charset="-122"/>
              </a:rPr>
              <a:t>“</a:t>
            </a:r>
            <a:endParaRPr lang="zh-CN" altLang="en-US" sz="6600" b="1">
              <a:solidFill>
                <a:prstClr val="black">
                  <a:lumMod val="85000"/>
                  <a:lumOff val="15000"/>
                </a:prstClr>
              </a:solidFill>
              <a:latin typeface="Times New Roman" panose="02020503050405090304" pitchFamily="18" charset="0"/>
              <a:ea typeface="微软雅黑" charset="-122"/>
              <a:cs typeface="Times New Roman" panose="02020503050405090304" pitchFamily="18" charset="0"/>
              <a:sym typeface="微软雅黑" charset="-122"/>
            </a:endParaRPr>
          </a:p>
        </p:txBody>
      </p:sp>
      <p:sp>
        <p:nvSpPr>
          <p:cNvPr id="83" name="文本框 82"/>
          <p:cNvSpPr txBox="1"/>
          <p:nvPr/>
        </p:nvSpPr>
        <p:spPr>
          <a:xfrm>
            <a:off x="11619488" y="4962038"/>
            <a:ext cx="22166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6600" b="1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503050405090304" pitchFamily="18" charset="0"/>
                <a:ea typeface="微软雅黑" charset="-122"/>
                <a:cs typeface="Times New Roman" panose="02020503050405090304" pitchFamily="18" charset="0"/>
                <a:sym typeface="微软雅黑" charset="-122"/>
              </a:rPr>
              <a:t>”</a:t>
            </a:r>
            <a:endParaRPr lang="zh-CN" altLang="en-US" sz="6600" b="1">
              <a:solidFill>
                <a:prstClr val="black">
                  <a:lumMod val="85000"/>
                  <a:lumOff val="15000"/>
                </a:prstClr>
              </a:solidFill>
              <a:latin typeface="Times New Roman" panose="02020503050405090304" pitchFamily="18" charset="0"/>
              <a:ea typeface="微软雅黑" charset="-122"/>
              <a:cs typeface="Times New Roman" panose="02020503050405090304" pitchFamily="18" charset="0"/>
              <a:sym typeface="微软雅黑" charset="-122"/>
            </a:endParaRPr>
          </a:p>
        </p:txBody>
      </p:sp>
      <p:sp>
        <p:nvSpPr>
          <p:cNvPr id="105" name="文本框 104"/>
          <p:cNvSpPr txBox="1"/>
          <p:nvPr/>
        </p:nvSpPr>
        <p:spPr>
          <a:xfrm>
            <a:off x="5381385" y="5536549"/>
            <a:ext cx="2372617" cy="124649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{</a:t>
            </a:r>
            <a:endParaRPr lang="en-US" altLang="zh-CN" sz="500" b="0">
              <a:solidFill>
                <a:srgbClr val="D6D6DD"/>
              </a:solidFill>
              <a:effectLst/>
              <a:latin typeface="微软雅黑" charset="-122"/>
              <a:ea typeface="微软雅黑" charset="-122"/>
              <a:sym typeface="微软雅黑" charset="-122"/>
            </a:endParaRPr>
          </a:p>
          <a:p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  </a:t>
            </a:r>
            <a:r>
              <a:rPr lang="en-US" altLang="zh-CN" sz="500" b="0">
                <a:solidFill>
                  <a:srgbClr val="82D2CE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"formula"</a:t>
            </a:r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: </a:t>
            </a:r>
            <a:r>
              <a:rPr lang="en-US" altLang="zh-CN" sz="500" b="0">
                <a:solidFill>
                  <a:srgbClr val="E394DC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"Sr4.75-5xCa5x((PO4)(SiO4)0.5)2Eu0.25"</a:t>
            </a:r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,</a:t>
            </a:r>
            <a:endParaRPr lang="en-US" altLang="zh-CN" sz="500" b="0">
              <a:solidFill>
                <a:srgbClr val="D6D6DD"/>
              </a:solidFill>
              <a:effectLst/>
              <a:latin typeface="微软雅黑" charset="-122"/>
              <a:ea typeface="微软雅黑" charset="-122"/>
              <a:sym typeface="微软雅黑" charset="-122"/>
            </a:endParaRPr>
          </a:p>
          <a:p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  </a:t>
            </a:r>
            <a:r>
              <a:rPr lang="en-US" altLang="zh-CN" sz="500" b="0">
                <a:solidFill>
                  <a:srgbClr val="82D2CE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"elements"</a:t>
            </a:r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: [</a:t>
            </a:r>
            <a:endParaRPr lang="en-US" altLang="zh-CN" sz="500" b="0">
              <a:solidFill>
                <a:srgbClr val="D6D6DD"/>
              </a:solidFill>
              <a:effectLst/>
              <a:latin typeface="微软雅黑" charset="-122"/>
              <a:ea typeface="微软雅黑" charset="-122"/>
              <a:sym typeface="微软雅黑" charset="-122"/>
            </a:endParaRPr>
          </a:p>
          <a:p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    { </a:t>
            </a:r>
            <a:r>
              <a:rPr lang="en-US" altLang="zh-CN" sz="500" b="0">
                <a:solidFill>
                  <a:srgbClr val="82D2CE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"name"</a:t>
            </a:r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: </a:t>
            </a:r>
            <a:r>
              <a:rPr lang="en-US" altLang="zh-CN" sz="500" b="0">
                <a:solidFill>
                  <a:srgbClr val="E394DC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"Sr"</a:t>
            </a:r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, </a:t>
            </a:r>
            <a:r>
              <a:rPr lang="en-US" altLang="zh-CN" sz="500" b="0">
                <a:solidFill>
                  <a:srgbClr val="82D2CE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"stoichiometry"</a:t>
            </a:r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: </a:t>
            </a:r>
            <a:r>
              <a:rPr lang="en-US" altLang="zh-CN" sz="500" b="0">
                <a:solidFill>
                  <a:srgbClr val="E394DC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"4.75-5x"</a:t>
            </a:r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 },</a:t>
            </a:r>
            <a:endParaRPr lang="en-US" altLang="zh-CN" sz="500" b="0">
              <a:solidFill>
                <a:srgbClr val="D6D6DD"/>
              </a:solidFill>
              <a:effectLst/>
              <a:latin typeface="微软雅黑" charset="-122"/>
              <a:ea typeface="微软雅黑" charset="-122"/>
              <a:sym typeface="微软雅黑" charset="-122"/>
            </a:endParaRPr>
          </a:p>
          <a:p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    { </a:t>
            </a:r>
            <a:r>
              <a:rPr lang="en-US" altLang="zh-CN" sz="500" b="0">
                <a:solidFill>
                  <a:srgbClr val="82D2CE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"name"</a:t>
            </a:r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: </a:t>
            </a:r>
            <a:r>
              <a:rPr lang="en-US" altLang="zh-CN" sz="500" b="0">
                <a:solidFill>
                  <a:srgbClr val="E394DC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"Ca"</a:t>
            </a:r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, </a:t>
            </a:r>
            <a:r>
              <a:rPr lang="en-US" altLang="zh-CN" sz="500" b="0">
                <a:solidFill>
                  <a:srgbClr val="82D2CE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"stoichiometry"</a:t>
            </a:r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: </a:t>
            </a:r>
            <a:r>
              <a:rPr lang="en-US" altLang="zh-CN" sz="500" b="0">
                <a:solidFill>
                  <a:srgbClr val="E394DC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"5x"</a:t>
            </a:r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 }, ...</a:t>
            </a:r>
            <a:endParaRPr lang="en-US" altLang="zh-CN" sz="500" b="0">
              <a:solidFill>
                <a:srgbClr val="D6D6DD"/>
              </a:solidFill>
              <a:effectLst/>
              <a:latin typeface="微软雅黑" charset="-122"/>
              <a:ea typeface="微软雅黑" charset="-122"/>
              <a:sym typeface="微软雅黑" charset="-122"/>
            </a:endParaRPr>
          </a:p>
          <a:p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  ],</a:t>
            </a:r>
            <a:endParaRPr lang="en-US" altLang="zh-CN" sz="500" b="0">
              <a:solidFill>
                <a:srgbClr val="D6D6DD"/>
              </a:solidFill>
              <a:effectLst/>
              <a:latin typeface="微软雅黑" charset="-122"/>
              <a:ea typeface="微软雅黑" charset="-122"/>
              <a:sym typeface="微软雅黑" charset="-122"/>
            </a:endParaRPr>
          </a:p>
          <a:p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  </a:t>
            </a:r>
            <a:r>
              <a:rPr lang="en-US" altLang="zh-CN" sz="500" b="0">
                <a:solidFill>
                  <a:srgbClr val="82D2CE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"dopants"</a:t>
            </a:r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: [</a:t>
            </a:r>
            <a:endParaRPr lang="en-US" altLang="zh-CN" sz="500" b="0">
              <a:solidFill>
                <a:srgbClr val="D6D6DD"/>
              </a:solidFill>
              <a:effectLst/>
              <a:latin typeface="微软雅黑" charset="-122"/>
              <a:ea typeface="微软雅黑" charset="-122"/>
              <a:sym typeface="微软雅黑" charset="-122"/>
            </a:endParaRPr>
          </a:p>
          <a:p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    {</a:t>
            </a:r>
            <a:r>
              <a:rPr lang="en-US" altLang="zh-CN" sz="500" b="0">
                <a:solidFill>
                  <a:srgbClr val="82D2CE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"name"</a:t>
            </a:r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: </a:t>
            </a:r>
            <a:r>
              <a:rPr lang="en-US" altLang="zh-CN" sz="500" b="0">
                <a:solidFill>
                  <a:srgbClr val="E394DC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"Eu"</a:t>
            </a:r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, </a:t>
            </a:r>
            <a:r>
              <a:rPr lang="en-US" altLang="zh-CN" sz="500" b="0">
                <a:solidFill>
                  <a:srgbClr val="82D2CE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"stoichiometry"</a:t>
            </a:r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: </a:t>
            </a:r>
            <a:r>
              <a:rPr lang="en-US" altLang="zh-CN" sz="500" b="0">
                <a:solidFill>
                  <a:srgbClr val="E394DC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"0.25"</a:t>
            </a:r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, </a:t>
            </a:r>
            <a:r>
              <a:rPr lang="en-US" altLang="zh-CN" sz="500" b="0">
                <a:solidFill>
                  <a:srgbClr val="82D2CE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"valance"</a:t>
            </a:r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: </a:t>
            </a:r>
            <a:r>
              <a:rPr lang="en-US" altLang="zh-CN" sz="500" b="0">
                <a:solidFill>
                  <a:srgbClr val="E394DC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"2+"</a:t>
            </a:r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}</a:t>
            </a:r>
            <a:endParaRPr lang="en-US" altLang="zh-CN" sz="500" b="0">
              <a:solidFill>
                <a:srgbClr val="D6D6DD"/>
              </a:solidFill>
              <a:effectLst/>
              <a:latin typeface="微软雅黑" charset="-122"/>
              <a:ea typeface="微软雅黑" charset="-122"/>
              <a:sym typeface="微软雅黑" charset="-122"/>
            </a:endParaRPr>
          </a:p>
          <a:p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  ],</a:t>
            </a:r>
            <a:endParaRPr lang="en-US" altLang="zh-CN" sz="500" b="0">
              <a:solidFill>
                <a:srgbClr val="D6D6DD"/>
              </a:solidFill>
              <a:effectLst/>
              <a:latin typeface="微软雅黑" charset="-122"/>
              <a:ea typeface="微软雅黑" charset="-122"/>
              <a:sym typeface="微软雅黑" charset="-122"/>
            </a:endParaRPr>
          </a:p>
          <a:p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  </a:t>
            </a:r>
            <a:r>
              <a:rPr lang="en-US" altLang="zh-CN" sz="500" b="0">
                <a:solidFill>
                  <a:srgbClr val="82D2CE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"variables"</a:t>
            </a:r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: [</a:t>
            </a:r>
            <a:endParaRPr lang="en-US" altLang="zh-CN" sz="500" b="0">
              <a:solidFill>
                <a:srgbClr val="D6D6DD"/>
              </a:solidFill>
              <a:effectLst/>
              <a:latin typeface="微软雅黑" charset="-122"/>
              <a:ea typeface="微软雅黑" charset="-122"/>
              <a:sym typeface="微软雅黑" charset="-122"/>
            </a:endParaRPr>
          </a:p>
          <a:p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    {</a:t>
            </a:r>
            <a:endParaRPr lang="en-US" altLang="zh-CN" sz="500" b="0">
              <a:solidFill>
                <a:srgbClr val="D6D6DD"/>
              </a:solidFill>
              <a:effectLst/>
              <a:latin typeface="微软雅黑" charset="-122"/>
              <a:ea typeface="微软雅黑" charset="-122"/>
              <a:sym typeface="微软雅黑" charset="-122"/>
            </a:endParaRPr>
          </a:p>
          <a:p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      </a:t>
            </a:r>
            <a:r>
              <a:rPr lang="en-US" altLang="zh-CN" sz="500" b="0">
                <a:solidFill>
                  <a:srgbClr val="82D2CE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"variable"</a:t>
            </a:r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: </a:t>
            </a:r>
            <a:r>
              <a:rPr lang="en-US" altLang="zh-CN" sz="500" b="0">
                <a:solidFill>
                  <a:srgbClr val="E394DC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"x"</a:t>
            </a:r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,</a:t>
            </a:r>
            <a:endParaRPr lang="en-US" altLang="zh-CN" sz="500" b="0">
              <a:solidFill>
                <a:srgbClr val="D6D6DD"/>
              </a:solidFill>
              <a:effectLst/>
              <a:latin typeface="微软雅黑" charset="-122"/>
              <a:ea typeface="微软雅黑" charset="-122"/>
              <a:sym typeface="微软雅黑" charset="-122"/>
            </a:endParaRPr>
          </a:p>
          <a:p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      </a:t>
            </a:r>
            <a:r>
              <a:rPr lang="en-US" altLang="zh-CN" sz="500" b="0">
                <a:solidFill>
                  <a:srgbClr val="82D2CE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"range"</a:t>
            </a:r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: </a:t>
            </a:r>
            <a:r>
              <a:rPr lang="en-US" altLang="zh-CN" sz="500" b="0">
                <a:solidFill>
                  <a:srgbClr val="E394DC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"0.01 ≤ x ≤ 0.95"</a:t>
            </a:r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,</a:t>
            </a:r>
            <a:endParaRPr lang="en-US" altLang="zh-CN" sz="500" b="0">
              <a:solidFill>
                <a:srgbClr val="D6D6DD"/>
              </a:solidFill>
              <a:effectLst/>
              <a:latin typeface="微软雅黑" charset="-122"/>
              <a:ea typeface="微软雅黑" charset="-122"/>
              <a:sym typeface="微软雅黑" charset="-122"/>
            </a:endParaRPr>
          </a:p>
          <a:p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      </a:t>
            </a:r>
            <a:r>
              <a:rPr lang="en-US" altLang="zh-CN" sz="500" b="0">
                <a:solidFill>
                  <a:srgbClr val="82D2CE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"values"</a:t>
            </a:r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: []</a:t>
            </a:r>
            <a:endParaRPr lang="en-US" altLang="zh-CN" sz="500" b="0">
              <a:solidFill>
                <a:srgbClr val="D6D6DD"/>
              </a:solidFill>
              <a:effectLst/>
              <a:latin typeface="微软雅黑" charset="-122"/>
              <a:ea typeface="微软雅黑" charset="-122"/>
              <a:sym typeface="微软雅黑" charset="-122"/>
            </a:endParaRPr>
          </a:p>
          <a:p>
            <a:r>
              <a:rPr lang="en-US" altLang="zh-CN" sz="500" b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    }</a:t>
            </a:r>
            <a:endParaRPr lang="en-US" altLang="zh-CN" sz="500" b="0">
              <a:solidFill>
                <a:srgbClr val="D6D6DD"/>
              </a:solidFill>
              <a:effectLst/>
              <a:latin typeface="微软雅黑" charset="-122"/>
              <a:ea typeface="微软雅黑" charset="-122"/>
              <a:sym typeface="微软雅黑" charset="-122"/>
            </a:endParaRPr>
          </a:p>
        </p:txBody>
      </p:sp>
      <p:sp>
        <p:nvSpPr>
          <p:cNvPr id="107" name="文本框 106"/>
          <p:cNvSpPr txBox="1"/>
          <p:nvPr/>
        </p:nvSpPr>
        <p:spPr>
          <a:xfrm>
            <a:off x="7233712" y="5536549"/>
            <a:ext cx="1529522" cy="124649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  ],</a:t>
            </a:r>
            <a:endParaRPr lang="en-US" altLang="zh-CN" sz="500" b="0" dirty="0">
              <a:solidFill>
                <a:srgbClr val="D6D6DD"/>
              </a:solidFill>
              <a:effectLst/>
              <a:latin typeface="微软雅黑" charset="-122"/>
              <a:ea typeface="微软雅黑" charset="-122"/>
              <a:sym typeface="微软雅黑" charset="-122"/>
            </a:endParaRPr>
          </a:p>
          <a:p>
            <a:r>
              <a: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  </a:t>
            </a:r>
            <a:r>
              <a:rPr lang="en-US" altLang="zh-CN" sz="500" b="0" dirty="0">
                <a:solidFill>
                  <a:srgbClr val="82D2CE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"precursors"</a:t>
            </a:r>
            <a:r>
              <a: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: [</a:t>
            </a:r>
            <a:endParaRPr lang="en-US" altLang="zh-CN" sz="500" b="0" dirty="0">
              <a:solidFill>
                <a:srgbClr val="D6D6DD"/>
              </a:solidFill>
              <a:effectLst/>
              <a:latin typeface="微软雅黑" charset="-122"/>
              <a:ea typeface="微软雅黑" charset="-122"/>
              <a:sym typeface="微软雅黑" charset="-122"/>
            </a:endParaRPr>
          </a:p>
          <a:p>
            <a:r>
              <a: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    </a:t>
            </a:r>
            <a:r>
              <a:rPr lang="en-US" altLang="zh-CN" sz="500" b="0" dirty="0">
                <a:solidFill>
                  <a:srgbClr val="E394DC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"CaCO3"</a:t>
            </a:r>
            <a:r>
              <a: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, </a:t>
            </a:r>
            <a:r>
              <a:rPr lang="en-US" altLang="zh-CN" sz="500" b="0" dirty="0">
                <a:solidFill>
                  <a:srgbClr val="E394DC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"SrCO3"</a:t>
            </a:r>
            <a:r>
              <a: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, </a:t>
            </a:r>
            <a:r>
              <a:rPr lang="en-US" altLang="zh-CN" sz="500" b="0" dirty="0">
                <a:solidFill>
                  <a:srgbClr val="E394DC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"NH4H2PO4"</a:t>
            </a:r>
            <a:r>
              <a: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, </a:t>
            </a:r>
            <a:r>
              <a:rPr lang="en-US" altLang="zh-CN" sz="500" b="0" dirty="0">
                <a:solidFill>
                  <a:srgbClr val="E394DC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"SiO2"</a:t>
            </a:r>
            <a:r>
              <a: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, </a:t>
            </a:r>
            <a:r>
              <a:rPr lang="en-US" altLang="zh-CN" sz="500" b="0" dirty="0">
                <a:solidFill>
                  <a:srgbClr val="E394DC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"Eu2O3"</a:t>
            </a:r>
            <a:endParaRPr lang="en-US" altLang="zh-CN" sz="500" b="0" dirty="0">
              <a:solidFill>
                <a:srgbClr val="D6D6DD"/>
              </a:solidFill>
              <a:effectLst/>
              <a:latin typeface="微软雅黑" charset="-122"/>
              <a:ea typeface="微软雅黑" charset="-122"/>
              <a:sym typeface="微软雅黑" charset="-122"/>
            </a:endParaRPr>
          </a:p>
          <a:p>
            <a:r>
              <a: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  ],</a:t>
            </a:r>
            <a:endParaRPr lang="en-US" altLang="zh-CN" sz="500" b="0" dirty="0">
              <a:solidFill>
                <a:srgbClr val="D6D6DD"/>
              </a:solidFill>
              <a:effectLst/>
              <a:latin typeface="微软雅黑" charset="-122"/>
              <a:ea typeface="微软雅黑" charset="-122"/>
              <a:sym typeface="微软雅黑" charset="-122"/>
            </a:endParaRPr>
          </a:p>
          <a:p>
            <a:r>
              <a: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  </a:t>
            </a:r>
            <a:r>
              <a:rPr lang="en-US" altLang="zh-CN" sz="500" b="0" dirty="0">
                <a:solidFill>
                  <a:srgbClr val="82D2CE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</a:t>
            </a:r>
            <a:r>
              <a:rPr lang="en-US" altLang="zh-CN" sz="500" b="0" dirty="0" err="1">
                <a:solidFill>
                  <a:srgbClr val="82D2CE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experimental_conditions</a:t>
            </a:r>
            <a:r>
              <a:rPr lang="en-US" altLang="zh-CN" sz="500" b="0" dirty="0">
                <a:solidFill>
                  <a:srgbClr val="82D2CE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</a:t>
            </a:r>
            <a:r>
              <a: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: [</a:t>
            </a:r>
            <a:endParaRPr lang="en-US" altLang="zh-CN" sz="500" b="0" dirty="0">
              <a:solidFill>
                <a:srgbClr val="D6D6DD"/>
              </a:solidFill>
              <a:effectLst/>
              <a:latin typeface="微软雅黑" charset="-122"/>
              <a:ea typeface="微软雅黑" charset="-122"/>
              <a:sym typeface="微软雅黑" charset="-122"/>
            </a:endParaRPr>
          </a:p>
          <a:p>
            <a:r>
              <a: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    {</a:t>
            </a:r>
            <a:endParaRPr lang="en-US" altLang="zh-CN" sz="500" b="0" dirty="0">
              <a:solidFill>
                <a:srgbClr val="D6D6DD"/>
              </a:solidFill>
              <a:effectLst/>
              <a:latin typeface="微软雅黑" charset="-122"/>
              <a:ea typeface="微软雅黑" charset="-122"/>
              <a:sym typeface="微软雅黑" charset="-122"/>
            </a:endParaRPr>
          </a:p>
          <a:p>
            <a:r>
              <a: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      </a:t>
            </a:r>
            <a:r>
              <a:rPr lang="en-US" altLang="zh-CN" sz="500" b="0" dirty="0">
                <a:solidFill>
                  <a:srgbClr val="82D2CE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</a:t>
            </a:r>
            <a:r>
              <a:rPr lang="en-US" altLang="zh-CN" sz="500" b="0" dirty="0" err="1">
                <a:solidFill>
                  <a:srgbClr val="82D2CE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operation_name</a:t>
            </a:r>
            <a:r>
              <a:rPr lang="en-US" altLang="zh-CN" sz="500" b="0" dirty="0">
                <a:solidFill>
                  <a:srgbClr val="82D2CE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</a:t>
            </a:r>
            <a:r>
              <a: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: </a:t>
            </a:r>
            <a:r>
              <a:rPr lang="en-US" altLang="zh-CN" sz="500" b="0" dirty="0">
                <a:solidFill>
                  <a:srgbClr val="E394DC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"heat"</a:t>
            </a:r>
            <a:r>
              <a: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,</a:t>
            </a:r>
            <a:endParaRPr lang="en-US" altLang="zh-CN" sz="500" b="0" dirty="0">
              <a:solidFill>
                <a:srgbClr val="D6D6DD"/>
              </a:solidFill>
              <a:effectLst/>
              <a:latin typeface="微软雅黑" charset="-122"/>
              <a:ea typeface="微软雅黑" charset="-122"/>
              <a:sym typeface="微软雅黑" charset="-122"/>
            </a:endParaRPr>
          </a:p>
          <a:p>
            <a:r>
              <a: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      </a:t>
            </a:r>
            <a:r>
              <a:rPr lang="en-US" altLang="zh-CN" sz="500" b="0" dirty="0">
                <a:solidFill>
                  <a:srgbClr val="82D2CE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"temperature"</a:t>
            </a:r>
            <a:r>
              <a: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: [</a:t>
            </a:r>
            <a:r>
              <a:rPr lang="en-US" altLang="zh-CN" sz="500" b="0" dirty="0">
                <a:solidFill>
                  <a:srgbClr val="EBC88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350</a:t>
            </a:r>
            <a:r>
              <a: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],</a:t>
            </a:r>
            <a:endParaRPr lang="en-US" altLang="zh-CN" sz="500" b="0" dirty="0">
              <a:solidFill>
                <a:srgbClr val="D6D6DD"/>
              </a:solidFill>
              <a:effectLst/>
              <a:latin typeface="微软雅黑" charset="-122"/>
              <a:ea typeface="微软雅黑" charset="-122"/>
              <a:sym typeface="微软雅黑" charset="-122"/>
            </a:endParaRPr>
          </a:p>
          <a:p>
            <a:r>
              <a: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      </a:t>
            </a:r>
            <a:r>
              <a:rPr lang="en-US" altLang="zh-CN" sz="500" b="0" dirty="0">
                <a:solidFill>
                  <a:srgbClr val="82D2CE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"unit"</a:t>
            </a:r>
            <a:r>
              <a: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: </a:t>
            </a:r>
            <a:r>
              <a:rPr lang="en-US" altLang="zh-CN" sz="500" b="0" dirty="0">
                <a:solidFill>
                  <a:srgbClr val="E394DC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"°C"</a:t>
            </a:r>
            <a:r>
              <a: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,</a:t>
            </a:r>
            <a:endParaRPr lang="en-US" altLang="zh-CN" sz="500" b="0" dirty="0">
              <a:solidFill>
                <a:srgbClr val="D6D6DD"/>
              </a:solidFill>
              <a:effectLst/>
              <a:latin typeface="微软雅黑" charset="-122"/>
              <a:ea typeface="微软雅黑" charset="-122"/>
              <a:sym typeface="微软雅黑" charset="-122"/>
            </a:endParaRPr>
          </a:p>
          <a:p>
            <a:r>
              <a: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      </a:t>
            </a:r>
            <a:r>
              <a:rPr lang="en-US" altLang="zh-CN" sz="500" b="0" dirty="0">
                <a:solidFill>
                  <a:srgbClr val="82D2CE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"duration"</a:t>
            </a:r>
            <a:r>
              <a: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: </a:t>
            </a:r>
            <a:r>
              <a:rPr lang="en-US" altLang="zh-CN" sz="500" b="0" dirty="0">
                <a:solidFill>
                  <a:srgbClr val="E394DC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""</a:t>
            </a:r>
            <a:r>
              <a: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,</a:t>
            </a:r>
            <a:endParaRPr lang="en-US" altLang="zh-CN" sz="500" b="0" dirty="0">
              <a:solidFill>
                <a:srgbClr val="D6D6DD"/>
              </a:solidFill>
              <a:effectLst/>
              <a:latin typeface="微软雅黑" charset="-122"/>
              <a:ea typeface="微软雅黑" charset="-122"/>
              <a:sym typeface="微软雅黑" charset="-122"/>
            </a:endParaRPr>
          </a:p>
          <a:p>
            <a:r>
              <a: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      </a:t>
            </a:r>
            <a:r>
              <a:rPr lang="en-US" altLang="zh-CN" sz="500" b="0" dirty="0">
                <a:solidFill>
                  <a:srgbClr val="82D2CE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"atmosphere"</a:t>
            </a:r>
            <a:r>
              <a: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: </a:t>
            </a:r>
            <a:r>
              <a:rPr lang="en-US" altLang="zh-CN" sz="500" b="0" dirty="0">
                <a:solidFill>
                  <a:srgbClr val="E394DC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"air"</a:t>
            </a:r>
            <a:endParaRPr lang="en-US" altLang="zh-CN" sz="500" b="0" dirty="0">
              <a:solidFill>
                <a:srgbClr val="D6D6DD"/>
              </a:solidFill>
              <a:effectLst/>
              <a:latin typeface="微软雅黑" charset="-122"/>
              <a:ea typeface="微软雅黑" charset="-122"/>
              <a:sym typeface="微软雅黑" charset="-122"/>
            </a:endParaRPr>
          </a:p>
          <a:p>
            <a:r>
              <a: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    }, </a:t>
            </a:r>
            <a:r>
              <a:rPr lang="en-US" altLang="zh-CN" sz="500" dirty="0">
                <a:solidFill>
                  <a:srgbClr val="D6D6DD"/>
                </a:solidFill>
                <a:latin typeface="微软雅黑" charset="-122"/>
                <a:ea typeface="微软雅黑" charset="-122"/>
                <a:sym typeface="微软雅黑" charset="-122"/>
              </a:rPr>
              <a:t>...</a:t>
            </a:r>
            <a:endParaRPr lang="en-US" altLang="zh-CN" sz="500" b="0" dirty="0">
              <a:solidFill>
                <a:srgbClr val="D6D6DD"/>
              </a:solidFill>
              <a:effectLst/>
              <a:latin typeface="微软雅黑" charset="-122"/>
              <a:ea typeface="微软雅黑" charset="-122"/>
              <a:sym typeface="微软雅黑" charset="-122"/>
            </a:endParaRPr>
          </a:p>
          <a:p>
            <a:r>
              <a: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  ]</a:t>
            </a:r>
            <a:endParaRPr lang="en-US" altLang="zh-CN" sz="500" b="0" dirty="0">
              <a:solidFill>
                <a:srgbClr val="D6D6DD"/>
              </a:solidFill>
              <a:effectLst/>
              <a:latin typeface="微软雅黑" charset="-122"/>
              <a:ea typeface="微软雅黑" charset="-122"/>
              <a:sym typeface="微软雅黑" charset="-122"/>
            </a:endParaRPr>
          </a:p>
          <a:p>
            <a:r>
              <a:rPr lang="en-US" altLang="zh-CN" sz="500" b="0" dirty="0">
                <a:solidFill>
                  <a:srgbClr val="D6D6DD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}</a:t>
            </a:r>
            <a:endParaRPr lang="en-US" altLang="zh-CN" sz="500" b="0" dirty="0">
              <a:solidFill>
                <a:srgbClr val="D6D6DD"/>
              </a:solidFill>
              <a:effectLst/>
              <a:latin typeface="微软雅黑" charset="-122"/>
              <a:ea typeface="微软雅黑" charset="-122"/>
              <a:sym typeface="微软雅黑" charset="-122"/>
            </a:endParaRPr>
          </a:p>
        </p:txBody>
      </p:sp>
      <p:pic>
        <p:nvPicPr>
          <p:cNvPr id="109" name="图形 108" descr="箭头: 逆时针曲线 纯色填充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8013965">
            <a:off x="4484273" y="5404624"/>
            <a:ext cx="849127" cy="849127"/>
          </a:xfrm>
          <a:prstGeom prst="rect">
            <a:avLst/>
          </a:prstGeom>
        </p:spPr>
      </p:pic>
      <p:sp>
        <p:nvSpPr>
          <p:cNvPr id="111" name="文本框 110"/>
          <p:cNvSpPr txBox="1"/>
          <p:nvPr/>
        </p:nvSpPr>
        <p:spPr>
          <a:xfrm>
            <a:off x="4156494" y="6130145"/>
            <a:ext cx="137143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>
                <a:latin typeface="微软雅黑" charset="-122"/>
                <a:ea typeface="微软雅黑" charset="-122"/>
                <a:sym typeface="微软雅黑" charset="-122"/>
              </a:rPr>
              <a:t>Json Doc</a:t>
            </a:r>
            <a:endParaRPr lang="zh-CN" altLang="en-US" sz="1600">
              <a:latin typeface="微软雅黑" charset="-122"/>
              <a:ea typeface="微软雅黑" charset="-122"/>
              <a:sym typeface="微软雅黑" charset="-122"/>
            </a:endParaRPr>
          </a:p>
        </p:txBody>
      </p:sp>
      <p:grpSp>
        <p:nvGrpSpPr>
          <p:cNvPr id="85" name="组合 84"/>
          <p:cNvGrpSpPr/>
          <p:nvPr/>
        </p:nvGrpSpPr>
        <p:grpSpPr>
          <a:xfrm>
            <a:off x="695998" y="1833000"/>
            <a:ext cx="1185596" cy="1223836"/>
            <a:chOff x="9080872" y="3297234"/>
            <a:chExt cx="513094" cy="529643"/>
          </a:xfrm>
        </p:grpSpPr>
        <p:sp>
          <p:nvSpPr>
            <p:cNvPr id="86" name="不完整圆 11"/>
            <p:cNvSpPr/>
            <p:nvPr/>
          </p:nvSpPr>
          <p:spPr>
            <a:xfrm>
              <a:off x="9115644" y="3297234"/>
              <a:ext cx="478322" cy="478321"/>
            </a:xfrm>
            <a:prstGeom prst="pie">
              <a:avLst>
                <a:gd name="adj1" fmla="val 16200000"/>
                <a:gd name="adj2" fmla="val 20188622"/>
              </a:avLst>
            </a:prstGeom>
            <a:solidFill>
              <a:srgbClr val="6D8691"/>
            </a:solidFill>
            <a:ln w="28575" cap="flat">
              <a:solidFill>
                <a:srgbClr val="1B3141"/>
              </a:solidFill>
              <a:prstDash val="solid"/>
              <a:miter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schemeClr val="tx1"/>
                </a:solidFill>
                <a:latin typeface="微软雅黑" charset="-122"/>
                <a:ea typeface="微软雅黑" charset="-122"/>
                <a:sym typeface="微软雅黑" charset="-122"/>
              </a:endParaRPr>
            </a:p>
          </p:txBody>
        </p:sp>
        <p:sp>
          <p:nvSpPr>
            <p:cNvPr id="87" name="不完整圆 12"/>
            <p:cNvSpPr/>
            <p:nvPr/>
          </p:nvSpPr>
          <p:spPr>
            <a:xfrm>
              <a:off x="9080872" y="3348556"/>
              <a:ext cx="478321" cy="478321"/>
            </a:xfrm>
            <a:prstGeom prst="pie">
              <a:avLst>
                <a:gd name="adj1" fmla="val 20157919"/>
                <a:gd name="adj2" fmla="val 16200000"/>
              </a:avLst>
            </a:prstGeom>
            <a:solidFill>
              <a:srgbClr val="BFC8CC"/>
            </a:solidFill>
            <a:ln w="28575">
              <a:solidFill>
                <a:srgbClr val="1B314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schemeClr val="tx1"/>
                </a:solidFill>
                <a:latin typeface="微软雅黑" charset="-122"/>
                <a:ea typeface="微软雅黑" charset="-122"/>
                <a:sym typeface="微软雅黑" charset="-122"/>
              </a:endParaRPr>
            </a:p>
          </p:txBody>
        </p:sp>
      </p:grpSp>
      <p:sp>
        <p:nvSpPr>
          <p:cNvPr id="88" name="文本框 36"/>
          <p:cNvSpPr txBox="1"/>
          <p:nvPr/>
        </p:nvSpPr>
        <p:spPr>
          <a:xfrm>
            <a:off x="2024744" y="2105505"/>
            <a:ext cx="16330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latin typeface="微软雅黑" charset="-122"/>
                <a:ea typeface="微软雅黑" charset="-122"/>
                <a:sym typeface="微软雅黑" charset="-122"/>
              </a:rPr>
              <a:t>~20%</a:t>
            </a:r>
            <a:r>
              <a:rPr lang="zh-CN" altLang="en-US" dirty="0">
                <a:latin typeface="微软雅黑" charset="-122"/>
                <a:ea typeface="微软雅黑" charset="-122"/>
                <a:sym typeface="微软雅黑" charset="-122"/>
              </a:rPr>
              <a:t>的化学期刊比例</a:t>
            </a:r>
            <a:endParaRPr lang="en-US" altLang="zh-CN" dirty="0">
              <a:latin typeface="微软雅黑" charset="-122"/>
              <a:ea typeface="微软雅黑" charset="-122"/>
              <a:sym typeface="微软雅黑" charset="-122"/>
            </a:endParaRPr>
          </a:p>
        </p:txBody>
      </p:sp>
      <p:sp>
        <p:nvSpPr>
          <p:cNvPr id="89" name="矩形: 圆角 10"/>
          <p:cNvSpPr/>
          <p:nvPr/>
        </p:nvSpPr>
        <p:spPr>
          <a:xfrm rot="10800000" flipV="1">
            <a:off x="304308" y="1079554"/>
            <a:ext cx="3671284" cy="449752"/>
          </a:xfrm>
          <a:prstGeom prst="roundRect">
            <a:avLst>
              <a:gd name="adj" fmla="val 27993"/>
            </a:avLst>
          </a:prstGeom>
          <a:solidFill>
            <a:srgbClr val="154A97"/>
          </a:solidFill>
          <a:ln w="28575"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97000">
                  <a:schemeClr val="bg1">
                    <a:lumMod val="85000"/>
                  </a:schemeClr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b="1">
                <a:latin typeface="微软雅黑" charset="-122"/>
                <a:ea typeface="微软雅黑" charset="-122"/>
                <a:sym typeface="微软雅黑" charset="-122"/>
              </a:rPr>
              <a:t>88,343,822</a:t>
            </a:r>
            <a:r>
              <a:rPr lang="zh-CN" altLang="en-US" b="1">
                <a:latin typeface="微软雅黑" charset="-122"/>
                <a:ea typeface="微软雅黑" charset="-122"/>
                <a:sym typeface="微软雅黑" charset="-122"/>
              </a:rPr>
              <a:t>篇文献 共计 </a:t>
            </a:r>
            <a:r>
              <a:rPr lang="en-US" altLang="zh-CN" b="1">
                <a:latin typeface="微软雅黑" charset="-122"/>
                <a:ea typeface="微软雅黑" charset="-122"/>
                <a:sym typeface="微软雅黑" charset="-122"/>
              </a:rPr>
              <a:t>80.5 TB</a:t>
            </a:r>
            <a:endParaRPr lang="zh-CN" altLang="en-US">
              <a:latin typeface="微软雅黑" charset="-122"/>
              <a:ea typeface="微软雅黑" charset="-122"/>
              <a:sym typeface="微软雅黑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5960" y="287655"/>
            <a:ext cx="11329670" cy="482600"/>
          </a:xfrm>
        </p:spPr>
        <p:txBody>
          <a:bodyPr/>
          <a:lstStyle/>
          <a:p>
            <a:r>
              <a:rPr kumimoji="1" lang="zh-CN" altLang="en-US" sz="2800" b="1" dirty="0">
                <a:solidFill>
                  <a:schemeClr val="tx1"/>
                </a:solidFill>
              </a:rPr>
              <a:t>虚拟实验室合成</a:t>
            </a:r>
            <a:r>
              <a:rPr kumimoji="1" lang="zh-CN" altLang="en-US" sz="2800" b="1" dirty="0">
                <a:solidFill>
                  <a:schemeClr val="tx1"/>
                </a:solidFill>
              </a:rPr>
              <a:t>仿真</a:t>
            </a:r>
            <a:r>
              <a:rPr kumimoji="1" lang="en-US" altLang="zh-CN" sz="2800" b="1" dirty="0">
                <a:solidFill>
                  <a:schemeClr val="tx1"/>
                </a:solidFill>
              </a:rPr>
              <a:t>：</a:t>
            </a:r>
            <a:r>
              <a:rPr kumimoji="1" lang="en-US" altLang="zh-CN" sz="2800" b="1" dirty="0">
                <a:solidFill>
                  <a:schemeClr val="tx1"/>
                </a:solidFill>
                <a:sym typeface="+mn-ea"/>
              </a:rPr>
              <a:t>（</a:t>
            </a:r>
            <a:r>
              <a:rPr kumimoji="1" lang="zh-CN" altLang="en-US" sz="2800" b="1" dirty="0">
                <a:solidFill>
                  <a:schemeClr val="tx1"/>
                </a:solidFill>
                <a:sym typeface="+mn-ea"/>
              </a:rPr>
              <a:t>关键技术实现</a:t>
            </a:r>
            <a:r>
              <a:rPr kumimoji="1" lang="en-US" altLang="zh-CN" sz="2800" b="1" dirty="0">
                <a:solidFill>
                  <a:schemeClr val="tx1"/>
                </a:solidFill>
                <a:sym typeface="+mn-ea"/>
              </a:rPr>
              <a:t> 3）</a:t>
            </a:r>
            <a:endParaRPr kumimoji="1" lang="zh-CN" altLang="en-US" sz="2800" b="1" dirty="0">
              <a:solidFill>
                <a:schemeClr val="tx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0" y="220345"/>
            <a:ext cx="420370" cy="617220"/>
          </a:xfrm>
          <a:prstGeom prst="rect">
            <a:avLst/>
          </a:prstGeom>
          <a:solidFill>
            <a:srgbClr val="0356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524510" y="220345"/>
            <a:ext cx="171450" cy="617220"/>
          </a:xfrm>
          <a:prstGeom prst="rect">
            <a:avLst/>
          </a:prstGeom>
          <a:solidFill>
            <a:srgbClr val="0356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5960" y="287655"/>
            <a:ext cx="11219815" cy="482600"/>
          </a:xfrm>
        </p:spPr>
        <p:txBody>
          <a:bodyPr/>
          <a:lstStyle/>
          <a:p>
            <a:r>
              <a:rPr kumimoji="1" lang="zh-CN" altLang="en-US" sz="2800" b="1" dirty="0">
                <a:solidFill>
                  <a:schemeClr val="tx1"/>
                </a:solidFill>
              </a:rPr>
              <a:t> </a:t>
            </a:r>
            <a:r>
              <a:rPr kumimoji="1" lang="en-US" altLang="zh-CN" sz="2800" b="1" dirty="0">
                <a:solidFill>
                  <a:schemeClr val="tx1"/>
                </a:solidFill>
              </a:rPr>
              <a:t>RECIPE</a:t>
            </a:r>
            <a:r>
              <a:rPr kumimoji="1" lang="zh-CN" altLang="en-US" sz="2800" b="1" dirty="0">
                <a:solidFill>
                  <a:schemeClr val="tx1"/>
                </a:solidFill>
              </a:rPr>
              <a:t>结果</a:t>
            </a:r>
            <a:r>
              <a:rPr kumimoji="1" lang="en-US" altLang="zh-CN" sz="2800" b="1" dirty="0">
                <a:solidFill>
                  <a:schemeClr val="tx1"/>
                </a:solidFill>
                <a:sym typeface="+mn-ea"/>
              </a:rPr>
              <a:t>（demo</a:t>
            </a:r>
            <a:r>
              <a:rPr kumimoji="1" lang="zh-CN" altLang="en-US" sz="2800" b="1" dirty="0">
                <a:solidFill>
                  <a:schemeClr val="tx1"/>
                </a:solidFill>
                <a:sym typeface="+mn-ea"/>
              </a:rPr>
              <a:t>与验证结果</a:t>
            </a:r>
            <a:r>
              <a:rPr kumimoji="1" lang="en-US" altLang="zh-CN" sz="2800" b="1" dirty="0">
                <a:solidFill>
                  <a:schemeClr val="tx1"/>
                </a:solidFill>
                <a:sym typeface="+mn-ea"/>
              </a:rPr>
              <a:t> 1）</a:t>
            </a:r>
            <a:endParaRPr kumimoji="1" lang="zh-CN" altLang="en-US" sz="2800" b="1" dirty="0">
              <a:solidFill>
                <a:schemeClr val="tx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0" y="220345"/>
            <a:ext cx="420370" cy="617220"/>
          </a:xfrm>
          <a:prstGeom prst="rect">
            <a:avLst/>
          </a:prstGeom>
          <a:solidFill>
            <a:srgbClr val="0356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524510" y="220345"/>
            <a:ext cx="171450" cy="617220"/>
          </a:xfrm>
          <a:prstGeom prst="rect">
            <a:avLst/>
          </a:prstGeom>
          <a:solidFill>
            <a:srgbClr val="0356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04" name="图片 10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77565" y="1104265"/>
            <a:ext cx="8340725" cy="2343785"/>
          </a:xfrm>
          <a:prstGeom prst="rect">
            <a:avLst/>
          </a:prstGeom>
        </p:spPr>
      </p:pic>
      <p:pic>
        <p:nvPicPr>
          <p:cNvPr id="33" name="图片 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7565" y="3581400"/>
            <a:ext cx="8408670" cy="280733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5960" y="287655"/>
            <a:ext cx="10638790" cy="482600"/>
          </a:xfrm>
        </p:spPr>
        <p:txBody>
          <a:bodyPr/>
          <a:lstStyle/>
          <a:p>
            <a:r>
              <a:rPr kumimoji="1" lang="zh-CN" altLang="en-US" sz="2800" b="1" dirty="0">
                <a:solidFill>
                  <a:schemeClr val="tx1"/>
                </a:solidFill>
              </a:rPr>
              <a:t>合成方案</a:t>
            </a:r>
            <a:r>
              <a:rPr kumimoji="1" lang="en-US" altLang="zh-CN" sz="2800" b="1" dirty="0">
                <a:solidFill>
                  <a:schemeClr val="tx1"/>
                </a:solidFill>
              </a:rPr>
              <a:t>：LLZO</a:t>
            </a:r>
            <a:r>
              <a:rPr kumimoji="1" lang="zh-CN" altLang="en-US" sz="2800" b="1" dirty="0">
                <a:solidFill>
                  <a:schemeClr val="tx1"/>
                </a:solidFill>
              </a:rPr>
              <a:t>与</a:t>
            </a:r>
            <a:r>
              <a:rPr kumimoji="1" lang="en-US" altLang="zh-CN" sz="2800" b="1" dirty="0">
                <a:solidFill>
                  <a:schemeClr val="tx1"/>
                </a:solidFill>
              </a:rPr>
              <a:t>BYZSO</a:t>
            </a:r>
            <a:r>
              <a:rPr kumimoji="1" lang="en-US" altLang="zh-CN" sz="2800" b="1" dirty="0">
                <a:solidFill>
                  <a:schemeClr val="tx1"/>
                </a:solidFill>
                <a:sym typeface="+mn-ea"/>
              </a:rPr>
              <a:t>（demo</a:t>
            </a:r>
            <a:r>
              <a:rPr kumimoji="1" lang="zh-CN" altLang="en-US" sz="2800" b="1" dirty="0">
                <a:solidFill>
                  <a:schemeClr val="tx1"/>
                </a:solidFill>
                <a:sym typeface="+mn-ea"/>
              </a:rPr>
              <a:t>与验证结果</a:t>
            </a:r>
            <a:r>
              <a:rPr kumimoji="1" lang="en-US" altLang="zh-CN" sz="2800" b="1" dirty="0">
                <a:solidFill>
                  <a:schemeClr val="tx1"/>
                </a:solidFill>
                <a:sym typeface="+mn-ea"/>
              </a:rPr>
              <a:t> 2）</a:t>
            </a:r>
            <a:endParaRPr kumimoji="1" lang="zh-CN" altLang="en-US" sz="2800" b="1" dirty="0">
              <a:solidFill>
                <a:schemeClr val="tx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0" y="220345"/>
            <a:ext cx="420370" cy="617220"/>
          </a:xfrm>
          <a:prstGeom prst="rect">
            <a:avLst/>
          </a:prstGeom>
          <a:solidFill>
            <a:srgbClr val="0356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524510" y="220345"/>
            <a:ext cx="171450" cy="617220"/>
          </a:xfrm>
          <a:prstGeom prst="rect">
            <a:avLst/>
          </a:prstGeom>
          <a:solidFill>
            <a:srgbClr val="0356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11" name="Group 11"/>
          <p:cNvGrpSpPr/>
          <p:nvPr/>
        </p:nvGrpSpPr>
        <p:grpSpPr>
          <a:xfrm>
            <a:off x="6183630" y="1050290"/>
            <a:ext cx="2590800" cy="1085850"/>
            <a:chOff x="685800" y="2247900"/>
            <a:chExt cx="2590800" cy="1085850"/>
          </a:xfrm>
        </p:grpSpPr>
        <p:sp>
          <p:nvSpPr>
            <p:cNvPr id="7" name="Rectangle 7"/>
            <p:cNvSpPr/>
            <p:nvPr/>
          </p:nvSpPr>
          <p:spPr>
            <a:xfrm>
              <a:off x="685800" y="2247900"/>
              <a:ext cx="2590800" cy="10858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685800" y="2247900"/>
              <a:ext cx="2590800" cy="38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57250" y="2404110"/>
              <a:ext cx="2026909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200" b="1" dirty="0">
                  <a:solidFill>
                    <a:schemeClr val="accent1"/>
                  </a:solidFill>
                  <a:latin typeface="Segoe UI"/>
                  <a:ea typeface="Segoe UI"/>
                  <a:cs typeface="Segoe UI"/>
                </a:rPr>
                <a:t>51 / 51</a:t>
              </a:r>
              <a:endParaRPr lang="en-US" sz="420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69442" y="30165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Segoe UI"/>
                  <a:ea typeface="微软雅黑"/>
                  <a:cs typeface="Segoe UI"/>
                </a:rPr>
                <a:t>参考文献逐条核对通过</a:t>
              </a:r>
              <a:endParaRPr lang="zh-CN" sz="1350" dirty="0">
                <a:solidFill>
                  <a:schemeClr val="dk2"/>
                </a:solidFill>
                <a:latin typeface="Segoe UI"/>
                <a:ea typeface="微软雅黑"/>
                <a:cs typeface="Segoe UI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926830" y="1050290"/>
            <a:ext cx="2590800" cy="1085850"/>
            <a:chOff x="3429000" y="2247900"/>
            <a:chExt cx="2590800" cy="1085850"/>
          </a:xfrm>
        </p:grpSpPr>
        <p:sp>
          <p:nvSpPr>
            <p:cNvPr id="12" name="Rectangle 12"/>
            <p:cNvSpPr/>
            <p:nvPr/>
          </p:nvSpPr>
          <p:spPr>
            <a:xfrm>
              <a:off x="3429000" y="2247900"/>
              <a:ext cx="2590800" cy="10858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3429000" y="2247900"/>
              <a:ext cx="2590800" cy="38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600450" y="2404110"/>
              <a:ext cx="1017662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200" b="1" dirty="0">
                  <a:solidFill>
                    <a:schemeClr val="accent1"/>
                  </a:solidFill>
                  <a:latin typeface="Segoe UI"/>
                  <a:ea typeface="Segoe UI"/>
                  <a:cs typeface="Segoe UI"/>
                </a:rPr>
                <a:t>219</a:t>
              </a:r>
              <a:endParaRPr lang="en-US" sz="420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612642" y="3016568"/>
              <a:ext cx="17765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Segoe UI"/>
                  <a:ea typeface="微软雅黑"/>
                  <a:cs typeface="Segoe UI"/>
                </a:rPr>
                <a:t>次引用，整合率 100%</a:t>
              </a:r>
              <a:endParaRPr lang="zh-CN" sz="1350" dirty="0">
                <a:solidFill>
                  <a:schemeClr val="dk2"/>
                </a:solidFill>
                <a:latin typeface="Segoe UI"/>
                <a:ea typeface="微软雅黑"/>
                <a:cs typeface="Segoe UI"/>
              </a:endParaRP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183630" y="2341880"/>
            <a:ext cx="2590800" cy="1085850"/>
            <a:chOff x="6172200" y="2247900"/>
            <a:chExt cx="2590800" cy="1085850"/>
          </a:xfrm>
        </p:grpSpPr>
        <p:sp>
          <p:nvSpPr>
            <p:cNvPr id="17" name="Rectangle 17"/>
            <p:cNvSpPr/>
            <p:nvPr/>
          </p:nvSpPr>
          <p:spPr>
            <a:xfrm>
              <a:off x="6172200" y="2247900"/>
              <a:ext cx="2590800" cy="10858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6172200" y="2247900"/>
              <a:ext cx="2590800" cy="38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343650" y="2404110"/>
              <a:ext cx="1136397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1"/>
                  </a:solidFill>
                  <a:latin typeface="Segoe UI"/>
                  <a:ea typeface="微软雅黑"/>
                  <a:cs typeface="Segoe UI"/>
                </a:rPr>
                <a:t>3 张</a:t>
              </a:r>
              <a:endParaRPr lang="zh-CN" sz="4200" b="1" dirty="0">
                <a:solidFill>
                  <a:schemeClr val="accent1"/>
                </a:solidFill>
                <a:latin typeface="Segoe UI"/>
                <a:ea typeface="微软雅黑"/>
                <a:cs typeface="Segoe UI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355842" y="3016568"/>
              <a:ext cx="18129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Segoe UI"/>
                  <a:ea typeface="微软雅黑"/>
                  <a:cs typeface="Segoe UI"/>
                </a:rPr>
                <a:t>figspec 同源可编辑图</a:t>
              </a:r>
              <a:endParaRPr lang="zh-CN" sz="1350" dirty="0">
                <a:solidFill>
                  <a:schemeClr val="dk2"/>
                </a:solidFill>
                <a:latin typeface="Segoe UI"/>
                <a:ea typeface="微软雅黑"/>
                <a:cs typeface="Segoe UI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8926830" y="2341880"/>
            <a:ext cx="2590800" cy="1085850"/>
            <a:chOff x="8915400" y="2247900"/>
            <a:chExt cx="2590800" cy="1085850"/>
          </a:xfrm>
        </p:grpSpPr>
        <p:sp>
          <p:nvSpPr>
            <p:cNvPr id="22" name="Rectangle 22"/>
            <p:cNvSpPr/>
            <p:nvPr/>
          </p:nvSpPr>
          <p:spPr>
            <a:xfrm>
              <a:off x="8915400" y="2247900"/>
              <a:ext cx="2590800" cy="10858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8915400" y="2247900"/>
              <a:ext cx="25908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086850" y="2404110"/>
              <a:ext cx="364621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200" b="1" dirty="0">
                  <a:solidFill>
                    <a:schemeClr val="accent1"/>
                  </a:solidFill>
                  <a:latin typeface="Segoe UI"/>
                  <a:ea typeface="Segoe UI"/>
                  <a:cs typeface="Segoe UI"/>
                </a:rPr>
                <a:t>0</a:t>
              </a:r>
              <a:endParaRPr lang="en-US" sz="420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099042" y="3016568"/>
              <a:ext cx="23944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Segoe UI"/>
                  <a:ea typeface="微软雅黑"/>
                  <a:cs typeface="Segoe UI"/>
                </a:rPr>
                <a:t>两轮对抗审稿的终审 issue 数</a:t>
              </a:r>
              <a:endParaRPr lang="zh-CN" sz="1350" dirty="0">
                <a:solidFill>
                  <a:schemeClr val="dk2"/>
                </a:solidFill>
                <a:latin typeface="Segoe UI"/>
                <a:ea typeface="微软雅黑"/>
                <a:cs typeface="Segoe UI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181090" y="3537585"/>
            <a:ext cx="5336540" cy="3017520"/>
            <a:chOff x="685800" y="3581400"/>
            <a:chExt cx="4543425" cy="2552700"/>
          </a:xfrm>
        </p:grpSpPr>
        <p:sp>
          <p:nvSpPr>
            <p:cNvPr id="27" name="Rectangle 27"/>
            <p:cNvSpPr/>
            <p:nvPr/>
          </p:nvSpPr>
          <p:spPr>
            <a:xfrm>
              <a:off x="685800" y="3581400"/>
              <a:ext cx="4543425" cy="255270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88446" y="3581400"/>
              <a:ext cx="4538133" cy="2552700"/>
            </a:xfrm>
            <a:prstGeom prst="rect">
              <a:avLst/>
            </a:prstGeom>
          </p:spPr>
        </p:pic>
      </p:grpSp>
      <p:sp>
        <p:nvSpPr>
          <p:cNvPr id="44" name="Rounded Rectangle 4"/>
          <p:cNvSpPr/>
          <p:nvPr/>
        </p:nvSpPr>
        <p:spPr>
          <a:xfrm>
            <a:off x="509905" y="1088390"/>
            <a:ext cx="5394960" cy="108585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C6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5"/>
          <p:cNvSpPr txBox="1"/>
          <p:nvPr/>
        </p:nvSpPr>
        <p:spPr>
          <a:xfrm>
            <a:off x="673634" y="1088506"/>
            <a:ext cx="5065776" cy="10039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C65F2"/>
                </a:solidFill>
                <a:latin typeface="微软雅黑"/>
              </a:defRPr>
            </a:pPr>
            <a:r>
              <a:rPr lang="zh-CN" dirty="0"/>
              <a:t>输入任务</a:t>
            </a:r>
            <a:endParaRPr dirty="0"/>
          </a:p>
          <a:p>
            <a:pPr algn="l">
              <a:spcAft>
                <a:spcPts val="200"/>
              </a:spcAft>
              <a:defRPr sz="1100" b="1">
                <a:solidFill>
                  <a:srgbClr val="0A5296"/>
                </a:solidFill>
                <a:latin typeface="微软雅黑"/>
              </a:defRPr>
            </a:pPr>
            <a:r>
              <a:rPr lang="en-US" sz="1400" dirty="0"/>
              <a:t>"</a:t>
            </a:r>
            <a:r>
              <a:rPr lang="zh-CN" sz="1400" dirty="0">
                <a:solidFill>
                  <a:schemeClr val="dk1"/>
                </a:solidFill>
                <a:latin typeface="Segoe UI"/>
                <a:ea typeface="微软雅黑"/>
                <a:cs typeface="Segoe UI"/>
                <a:sym typeface="+mn-ea"/>
              </a:rPr>
              <a:t>Ba5Y12Zn[O(SiO4)]8 及其结构相近化合物的合成条件</a:t>
            </a:r>
            <a:r>
              <a:rPr lang="en-US" sz="1400" dirty="0"/>
              <a:t>"，</a:t>
            </a:r>
            <a:r>
              <a:rPr lang="zh-CN" sz="1400" dirty="0">
                <a:solidFill>
                  <a:schemeClr val="dk1"/>
                </a:solidFill>
                <a:latin typeface="Segoe UI"/>
                <a:ea typeface="微软雅黑"/>
                <a:cs typeface="Segoe UI"/>
                <a:sym typeface="+mn-ea"/>
              </a:rPr>
              <a:t>在需要人确认的节点续跑后交出 20 页综述，再按材料专家 8 条意见修订为 </a:t>
            </a:r>
            <a:r>
              <a:rPr lang="zh-CN" sz="1400" dirty="0">
                <a:solidFill>
                  <a:schemeClr val="accent2"/>
                </a:solidFill>
                <a:latin typeface="Segoe UI"/>
                <a:ea typeface="微软雅黑"/>
                <a:cs typeface="Segoe UI"/>
                <a:sym typeface="+mn-ea"/>
              </a:rPr>
              <a:t>23 页正式稿</a:t>
            </a:r>
            <a:r>
              <a:rPr lang="zh-CN" sz="1400" dirty="0">
                <a:solidFill>
                  <a:schemeClr val="dk1"/>
                </a:solidFill>
                <a:latin typeface="Segoe UI"/>
                <a:ea typeface="微软雅黑"/>
                <a:cs typeface="Segoe UI"/>
                <a:sym typeface="+mn-ea"/>
              </a:rPr>
              <a:t>。</a:t>
            </a:r>
            <a:endParaRPr lang="zh-CN" sz="1400" dirty="0">
              <a:solidFill>
                <a:schemeClr val="dk1"/>
              </a:solidFill>
              <a:latin typeface="Segoe UI"/>
              <a:ea typeface="微软雅黑"/>
              <a:cs typeface="Segoe UI"/>
              <a:sym typeface="+mn-ea"/>
            </a:endParaRPr>
          </a:p>
        </p:txBody>
      </p:sp>
      <p:sp>
        <p:nvSpPr>
          <p:cNvPr id="47" name="TextBox 7"/>
          <p:cNvSpPr txBox="1"/>
          <p:nvPr/>
        </p:nvSpPr>
        <p:spPr>
          <a:xfrm>
            <a:off x="625807" y="2421911"/>
            <a:ext cx="1591310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Agent </a:t>
            </a:r>
            <a:r>
              <a:rPr lang="zh-CN"/>
              <a:t>多</a:t>
            </a:r>
            <a:r>
              <a:t>轮优化迭代</a:t>
            </a:r>
          </a:p>
        </p:txBody>
      </p:sp>
      <p:sp>
        <p:nvSpPr>
          <p:cNvPr id="48" name="Rounded Rectangle 8"/>
          <p:cNvSpPr/>
          <p:nvPr/>
        </p:nvSpPr>
        <p:spPr>
          <a:xfrm>
            <a:off x="488647" y="2824247"/>
            <a:ext cx="53949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9"/>
          <p:cNvSpPr/>
          <p:nvPr/>
        </p:nvSpPr>
        <p:spPr>
          <a:xfrm>
            <a:off x="488647" y="2860823"/>
            <a:ext cx="54864" cy="566928"/>
          </a:xfrm>
          <a:prstGeom prst="rect">
            <a:avLst/>
          </a:prstGeom>
          <a:solidFill>
            <a:srgbClr val="D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10"/>
          <p:cNvSpPr/>
          <p:nvPr/>
        </p:nvSpPr>
        <p:spPr>
          <a:xfrm>
            <a:off x="634951" y="2970551"/>
            <a:ext cx="347472" cy="347472"/>
          </a:xfrm>
          <a:prstGeom prst="ellipse">
            <a:avLst/>
          </a:prstGeom>
          <a:solidFill>
            <a:srgbClr val="D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1</a:t>
            </a:r>
          </a:p>
        </p:txBody>
      </p:sp>
      <p:sp>
        <p:nvSpPr>
          <p:cNvPr id="51" name="TextBox 11"/>
          <p:cNvSpPr txBox="1"/>
          <p:nvPr/>
        </p:nvSpPr>
        <p:spPr>
          <a:xfrm>
            <a:off x="1083007" y="2824501"/>
            <a:ext cx="4617720" cy="591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lnSpc>
                <a:spcPts val="1950"/>
              </a:lnSpc>
              <a:buClr>
                <a:schemeClr val="dk1"/>
              </a:buClr>
              <a:buSzTx/>
              <a:buFontTx/>
              <a:buNone/>
            </a:pPr>
            <a:r>
              <a:rPr lang="zh-CN" sz="1100" dirty="0">
                <a:solidFill>
                  <a:schemeClr val="dk1"/>
                </a:solidFill>
                <a:latin typeface="Segoe UI"/>
                <a:ea typeface="微软雅黑"/>
                <a:cs typeface="Segoe UI"/>
                <a:sym typeface="+mn-ea"/>
              </a:rPr>
              <a:t>顶层编排器 5 次调用（首轮 + 4 次续跑）</a:t>
            </a:r>
            <a:endParaRPr lang="zh-CN" sz="1100" dirty="0">
              <a:solidFill>
                <a:schemeClr val="dk1"/>
              </a:solidFill>
              <a:latin typeface="Segoe UI"/>
              <a:ea typeface="微软雅黑"/>
              <a:cs typeface="Segoe UI"/>
              <a:sym typeface="+mn-ea"/>
            </a:endParaRPr>
          </a:p>
          <a:p>
            <a:pPr indent="0" algn="l">
              <a:lnSpc>
                <a:spcPts val="1950"/>
              </a:lnSpc>
              <a:buClr>
                <a:schemeClr val="dk1"/>
              </a:buClr>
              <a:buSzTx/>
              <a:buFontTx/>
              <a:buNone/>
            </a:pPr>
            <a:r>
              <a:rPr lang="zh-CN" sz="1100" dirty="0">
                <a:solidFill>
                  <a:schemeClr val="dk1"/>
                </a:solidFill>
                <a:latin typeface="Segoe UI"/>
                <a:ea typeface="微软雅黑"/>
                <a:cs typeface="Segoe UI"/>
                <a:sym typeface="+mn-ea"/>
              </a:rPr>
              <a:t>29 批 / 40 个子任务</a:t>
            </a:r>
          </a:p>
        </p:txBody>
      </p:sp>
      <p:sp>
        <p:nvSpPr>
          <p:cNvPr id="52" name="Rounded Rectangle 12"/>
          <p:cNvSpPr/>
          <p:nvPr/>
        </p:nvSpPr>
        <p:spPr>
          <a:xfrm>
            <a:off x="488647" y="3500903"/>
            <a:ext cx="53949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13"/>
          <p:cNvSpPr/>
          <p:nvPr/>
        </p:nvSpPr>
        <p:spPr>
          <a:xfrm>
            <a:off x="488647" y="3537479"/>
            <a:ext cx="54864" cy="566928"/>
          </a:xfrm>
          <a:prstGeom prst="rect">
            <a:avLst/>
          </a:prstGeom>
          <a:solidFill>
            <a:srgbClr val="D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14"/>
          <p:cNvSpPr/>
          <p:nvPr/>
        </p:nvSpPr>
        <p:spPr>
          <a:xfrm>
            <a:off x="634951" y="3647207"/>
            <a:ext cx="347472" cy="347472"/>
          </a:xfrm>
          <a:prstGeom prst="ellipse">
            <a:avLst/>
          </a:prstGeom>
          <a:solidFill>
            <a:srgbClr val="D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2</a:t>
            </a:r>
          </a:p>
        </p:txBody>
      </p:sp>
      <p:sp>
        <p:nvSpPr>
          <p:cNvPr id="55" name="TextBox 15"/>
          <p:cNvSpPr txBox="1"/>
          <p:nvPr/>
        </p:nvSpPr>
        <p:spPr>
          <a:xfrm>
            <a:off x="1083007" y="3510682"/>
            <a:ext cx="4617720" cy="629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lnSpc>
                <a:spcPts val="1950"/>
              </a:lnSpc>
              <a:spcBef>
                <a:spcPts val="300"/>
              </a:spcBef>
              <a:buClr>
                <a:schemeClr val="dk1"/>
              </a:buClr>
              <a:buSzTx/>
              <a:buFontTx/>
              <a:buNone/>
            </a:pPr>
            <a:r>
              <a:rPr lang="zh-CN" sz="1100" dirty="0">
                <a:solidFill>
                  <a:schemeClr val="dk1"/>
                </a:solidFill>
                <a:latin typeface="Segoe UI"/>
                <a:ea typeface="微软雅黑"/>
                <a:cs typeface="Segoe UI"/>
                <a:sym typeface="+mn-ea"/>
              </a:rPr>
              <a:t>63 条候选 → 51 篇入库</a:t>
            </a:r>
            <a:endParaRPr lang="zh-CN" sz="1100" dirty="0">
              <a:solidFill>
                <a:schemeClr val="dk1"/>
              </a:solidFill>
              <a:latin typeface="Segoe UI"/>
              <a:ea typeface="微软雅黑"/>
              <a:cs typeface="Segoe UI"/>
              <a:sym typeface="+mn-ea"/>
            </a:endParaRPr>
          </a:p>
          <a:p>
            <a:pPr indent="0" algn="l">
              <a:lnSpc>
                <a:spcPts val="1950"/>
              </a:lnSpc>
              <a:spcBef>
                <a:spcPts val="300"/>
              </a:spcBef>
              <a:buClr>
                <a:schemeClr val="dk1"/>
              </a:buClr>
              <a:buSzTx/>
              <a:buFontTx/>
              <a:buNone/>
            </a:pPr>
            <a:r>
              <a:rPr lang="zh-CN" sz="1100" dirty="0">
                <a:solidFill>
                  <a:schemeClr val="dk1"/>
                </a:solidFill>
                <a:latin typeface="Segoe UI"/>
                <a:ea typeface="微软雅黑"/>
                <a:cs typeface="Segoe UI"/>
                <a:sym typeface="+mn-ea"/>
              </a:rPr>
              <a:t>5 条作者名不匹配经人确认后删除</a:t>
            </a:r>
          </a:p>
        </p:txBody>
      </p:sp>
      <p:sp>
        <p:nvSpPr>
          <p:cNvPr id="56" name="Rounded Rectangle 16"/>
          <p:cNvSpPr/>
          <p:nvPr/>
        </p:nvSpPr>
        <p:spPr>
          <a:xfrm>
            <a:off x="488647" y="4177559"/>
            <a:ext cx="53949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17"/>
          <p:cNvSpPr/>
          <p:nvPr/>
        </p:nvSpPr>
        <p:spPr>
          <a:xfrm>
            <a:off x="488647" y="4214135"/>
            <a:ext cx="54864" cy="5669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18"/>
          <p:cNvSpPr/>
          <p:nvPr/>
        </p:nvSpPr>
        <p:spPr>
          <a:xfrm>
            <a:off x="634951" y="4323863"/>
            <a:ext cx="347472" cy="34747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3</a:t>
            </a:r>
          </a:p>
        </p:txBody>
      </p:sp>
      <p:sp>
        <p:nvSpPr>
          <p:cNvPr id="59" name="TextBox 19"/>
          <p:cNvSpPr txBox="1"/>
          <p:nvPr/>
        </p:nvSpPr>
        <p:spPr>
          <a:xfrm>
            <a:off x="1083007" y="4187973"/>
            <a:ext cx="4617720" cy="629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lnSpc>
                <a:spcPts val="1950"/>
              </a:lnSpc>
              <a:spcBef>
                <a:spcPts val="300"/>
              </a:spcBef>
              <a:buClr>
                <a:schemeClr val="dk1"/>
              </a:buClr>
              <a:buSzTx/>
              <a:buFontTx/>
              <a:buNone/>
            </a:pPr>
            <a:r>
              <a:rPr lang="zh-CN" sz="1100" dirty="0">
                <a:solidFill>
                  <a:schemeClr val="dk1"/>
                </a:solidFill>
                <a:latin typeface="Segoe UI"/>
                <a:ea typeface="微软雅黑"/>
                <a:cs typeface="Segoe UI"/>
                <a:sym typeface="+mn-ea"/>
              </a:rPr>
              <a:t>两轮对抗审稿：首轮 7 项 issue 路由返工</a:t>
            </a:r>
            <a:endParaRPr lang="zh-CN" sz="1100" dirty="0">
              <a:solidFill>
                <a:schemeClr val="dk1"/>
              </a:solidFill>
              <a:latin typeface="Segoe UI"/>
              <a:ea typeface="微软雅黑"/>
              <a:cs typeface="Segoe UI"/>
              <a:sym typeface="+mn-ea"/>
            </a:endParaRPr>
          </a:p>
          <a:p>
            <a:pPr indent="0" algn="l">
              <a:lnSpc>
                <a:spcPts val="1950"/>
              </a:lnSpc>
              <a:spcBef>
                <a:spcPts val="300"/>
              </a:spcBef>
              <a:buClr>
                <a:schemeClr val="dk1"/>
              </a:buClr>
              <a:buSzTx/>
              <a:buFontTx/>
              <a:buNone/>
            </a:pPr>
            <a:r>
              <a:rPr lang="zh-CN" sz="1100" dirty="0">
                <a:solidFill>
                  <a:schemeClr val="dk1"/>
                </a:solidFill>
                <a:latin typeface="Segoe UI"/>
                <a:ea typeface="微软雅黑"/>
                <a:cs typeface="Segoe UI"/>
                <a:sym typeface="+mn-ea"/>
              </a:rPr>
              <a:t>第二轮修复</a:t>
            </a:r>
            <a:r>
              <a:rPr lang="zh-CN" sz="1100" dirty="0">
                <a:solidFill>
                  <a:schemeClr val="dk1"/>
                </a:solidFill>
                <a:latin typeface="Segoe UI"/>
                <a:ea typeface="微软雅黑"/>
                <a:cs typeface="Segoe UI"/>
                <a:sym typeface="+mn-ea"/>
              </a:rPr>
              <a:t>正确</a:t>
            </a:r>
            <a:endParaRPr lang="zh-CN" sz="1100" dirty="0">
              <a:solidFill>
                <a:schemeClr val="dk1"/>
              </a:solidFill>
              <a:latin typeface="Segoe UI"/>
              <a:ea typeface="微软雅黑"/>
              <a:cs typeface="Segoe UI"/>
              <a:sym typeface="+mn-ea"/>
            </a:endParaRPr>
          </a:p>
        </p:txBody>
      </p:sp>
      <p:sp>
        <p:nvSpPr>
          <p:cNvPr id="60" name="Rounded Rectangle 20"/>
          <p:cNvSpPr/>
          <p:nvPr/>
        </p:nvSpPr>
        <p:spPr>
          <a:xfrm>
            <a:off x="488647" y="4854215"/>
            <a:ext cx="53949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21"/>
          <p:cNvSpPr/>
          <p:nvPr/>
        </p:nvSpPr>
        <p:spPr>
          <a:xfrm>
            <a:off x="488647" y="4890791"/>
            <a:ext cx="54864" cy="5669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22"/>
          <p:cNvSpPr/>
          <p:nvPr/>
        </p:nvSpPr>
        <p:spPr>
          <a:xfrm>
            <a:off x="634951" y="5000519"/>
            <a:ext cx="347472" cy="34747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4</a:t>
            </a:r>
          </a:p>
        </p:txBody>
      </p:sp>
      <p:sp>
        <p:nvSpPr>
          <p:cNvPr id="63" name="TextBox 23"/>
          <p:cNvSpPr txBox="1"/>
          <p:nvPr/>
        </p:nvSpPr>
        <p:spPr>
          <a:xfrm>
            <a:off x="1083007" y="5000519"/>
            <a:ext cx="4617720" cy="340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lnSpc>
                <a:spcPts val="1950"/>
              </a:lnSpc>
              <a:spcBef>
                <a:spcPts val="300"/>
              </a:spcBef>
              <a:buClr>
                <a:schemeClr val="dk1"/>
              </a:buClr>
              <a:buSzTx/>
              <a:buFontTx/>
              <a:buNone/>
            </a:pPr>
            <a:r>
              <a:rPr lang="zh-CN" sz="1100" dirty="0">
                <a:solidFill>
                  <a:schemeClr val="dk1"/>
                </a:solidFill>
                <a:latin typeface="Segoe UI"/>
                <a:ea typeface="微软雅黑"/>
                <a:cs typeface="Segoe UI"/>
                <a:sym typeface="+mn-ea"/>
              </a:rPr>
              <a:t>正式报告调用前驱体预测 3 次（Zn / Mg / Co 目标）</a:t>
            </a:r>
          </a:p>
        </p:txBody>
      </p:sp>
      <p:sp>
        <p:nvSpPr>
          <p:cNvPr id="64" name="Rounded Rectangle 24"/>
          <p:cNvSpPr/>
          <p:nvPr/>
        </p:nvSpPr>
        <p:spPr>
          <a:xfrm>
            <a:off x="488647" y="5530871"/>
            <a:ext cx="53949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25"/>
          <p:cNvSpPr/>
          <p:nvPr/>
        </p:nvSpPr>
        <p:spPr>
          <a:xfrm>
            <a:off x="488647" y="5567447"/>
            <a:ext cx="54864" cy="5669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26"/>
          <p:cNvSpPr/>
          <p:nvPr/>
        </p:nvSpPr>
        <p:spPr>
          <a:xfrm>
            <a:off x="634951" y="5677175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5</a:t>
            </a:r>
          </a:p>
        </p:txBody>
      </p:sp>
      <p:sp>
        <p:nvSpPr>
          <p:cNvPr id="67" name="TextBox 27"/>
          <p:cNvSpPr txBox="1"/>
          <p:nvPr/>
        </p:nvSpPr>
        <p:spPr>
          <a:xfrm>
            <a:off x="1083007" y="5531125"/>
            <a:ext cx="4617720" cy="591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lnSpc>
                <a:spcPts val="1950"/>
              </a:lnSpc>
              <a:spcBef>
                <a:spcPts val="300"/>
              </a:spcBef>
              <a:buClr>
                <a:schemeClr val="dk1"/>
              </a:buClr>
              <a:buSzTx/>
              <a:buFontTx/>
              <a:buNone/>
            </a:pPr>
            <a:r>
              <a:rPr lang="zh-CN" sz="1100" dirty="0">
                <a:solidFill>
                  <a:schemeClr val="dk1"/>
                </a:solidFill>
                <a:latin typeface="Segoe UI"/>
                <a:ea typeface="微软雅黑"/>
                <a:cs typeface="Segoe UI"/>
                <a:sym typeface="+mn-ea"/>
              </a:rPr>
              <a:t>专家反馈修订：正规论文语言、同类体系单独成节、前人结论汇总、方向落到工艺与前驱体、相图讨论、学术排版图、去除工程术语</a:t>
            </a:r>
          </a:p>
        </p:txBody>
      </p:sp>
      <p:sp>
        <p:nvSpPr>
          <p:cNvPr id="68" name="Rounded Rectangle 28"/>
          <p:cNvSpPr/>
          <p:nvPr/>
        </p:nvSpPr>
        <p:spPr>
          <a:xfrm>
            <a:off x="482245" y="6189239"/>
            <a:ext cx="5394960" cy="3657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29"/>
          <p:cNvSpPr txBox="1"/>
          <p:nvPr/>
        </p:nvSpPr>
        <p:spPr>
          <a:xfrm>
            <a:off x="619405" y="6244103"/>
            <a:ext cx="2836545" cy="2603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rPr lang="zh-CN" altLang="en-US"/>
              <a:t>基于证据约束的</a:t>
            </a:r>
            <a:r>
              <a:rPr lang="en-US" altLang="zh-CN"/>
              <a:t>Agent</a:t>
            </a:r>
            <a:r>
              <a:rPr lang="zh-CN" altLang="en-US"/>
              <a:t>自循环合成方案</a:t>
            </a:r>
            <a:r>
              <a:rPr lang="zh-CN" altLang="en-US"/>
              <a:t>设计</a:t>
            </a:r>
            <a:endParaRPr lang="zh-CN" altLang="en-US"/>
          </a:p>
        </p:txBody>
      </p:sp>
      <p:sp>
        <p:nvSpPr>
          <p:cNvPr id="38" name="矩形: 圆角 10"/>
          <p:cNvSpPr/>
          <p:nvPr/>
        </p:nvSpPr>
        <p:spPr>
          <a:xfrm rot="10800000" flipV="1">
            <a:off x="482108" y="2247954"/>
            <a:ext cx="3671284" cy="449752"/>
          </a:xfrm>
          <a:prstGeom prst="roundRect">
            <a:avLst>
              <a:gd name="adj" fmla="val 27993"/>
            </a:avLst>
          </a:prstGeom>
          <a:solidFill>
            <a:srgbClr val="154A97"/>
          </a:solidFill>
          <a:ln w="28575"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97000">
                  <a:schemeClr val="bg1">
                    <a:lumMod val="85000"/>
                  </a:schemeClr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rPr sz="1800">
                <a:sym typeface="+mn-ea"/>
              </a:rPr>
              <a:t>Agent </a:t>
            </a:r>
            <a:r>
              <a:rPr lang="zh-CN" sz="1800">
                <a:sym typeface="+mn-ea"/>
              </a:rPr>
              <a:t>多</a:t>
            </a:r>
            <a:r>
              <a:rPr sz="1800">
                <a:sym typeface="+mn-ea"/>
              </a:rPr>
              <a:t>轮优化迭代</a:t>
            </a:r>
            <a:endParaRPr lang="zh-CN" altLang="en-US">
              <a:latin typeface="微软雅黑" charset="-122"/>
              <a:ea typeface="微软雅黑" charset="-122"/>
              <a:sym typeface="微软雅黑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5960" y="287655"/>
            <a:ext cx="10810240" cy="482600"/>
          </a:xfrm>
        </p:spPr>
        <p:txBody>
          <a:bodyPr/>
          <a:lstStyle/>
          <a:p>
            <a:r>
              <a:rPr kumimoji="1" lang="en-US" altLang="zh-CN" sz="2800" b="1" dirty="0">
                <a:solidFill>
                  <a:schemeClr val="tx1"/>
                </a:solidFill>
              </a:rPr>
              <a:t>OpenLab：（</a:t>
            </a:r>
            <a:r>
              <a:rPr kumimoji="1" lang="zh-CN" altLang="en-US" sz="2800" b="1" dirty="0">
                <a:solidFill>
                  <a:schemeClr val="tx1"/>
                </a:solidFill>
              </a:rPr>
              <a:t>等视频</a:t>
            </a:r>
            <a:r>
              <a:rPr kumimoji="1" lang="en-US" altLang="zh-CN" sz="2800" b="1" dirty="0">
                <a:solidFill>
                  <a:schemeClr val="tx1"/>
                </a:solidFill>
              </a:rPr>
              <a:t>demo）</a:t>
            </a:r>
            <a:r>
              <a:rPr kumimoji="1" lang="en-US" altLang="zh-CN" sz="2800" b="1" dirty="0">
                <a:solidFill>
                  <a:schemeClr val="tx1"/>
                </a:solidFill>
                <a:sym typeface="+mn-ea"/>
              </a:rPr>
              <a:t>（demo</a:t>
            </a:r>
            <a:r>
              <a:rPr kumimoji="1" lang="zh-CN" altLang="en-US" sz="2800" b="1" dirty="0">
                <a:solidFill>
                  <a:schemeClr val="tx1"/>
                </a:solidFill>
                <a:sym typeface="+mn-ea"/>
              </a:rPr>
              <a:t>与验证结果</a:t>
            </a:r>
            <a:r>
              <a:rPr kumimoji="1" lang="en-US" altLang="zh-CN" sz="2800" b="1" dirty="0">
                <a:solidFill>
                  <a:schemeClr val="tx1"/>
                </a:solidFill>
                <a:sym typeface="+mn-ea"/>
              </a:rPr>
              <a:t> 3）</a:t>
            </a:r>
            <a:endParaRPr kumimoji="1" lang="en-US" altLang="zh-CN" sz="2800" b="1" dirty="0">
              <a:solidFill>
                <a:schemeClr val="tx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0" y="220345"/>
            <a:ext cx="420370" cy="617220"/>
          </a:xfrm>
          <a:prstGeom prst="rect">
            <a:avLst/>
          </a:prstGeom>
          <a:solidFill>
            <a:srgbClr val="0356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524510" y="220345"/>
            <a:ext cx="171450" cy="617220"/>
          </a:xfrm>
          <a:prstGeom prst="rect">
            <a:avLst/>
          </a:prstGeom>
          <a:solidFill>
            <a:srgbClr val="0356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5960" y="287655"/>
            <a:ext cx="10008870" cy="482600"/>
          </a:xfrm>
        </p:spPr>
        <p:txBody>
          <a:bodyPr/>
          <a:lstStyle/>
          <a:p>
            <a:r>
              <a:rPr kumimoji="1" lang="zh-CN" altLang="en-US" sz="2800" b="1" dirty="0">
                <a:solidFill>
                  <a:schemeClr val="tx1"/>
                </a:solidFill>
              </a:rPr>
              <a:t>开源交付支持复跑、检查与扩展</a:t>
            </a:r>
            <a:endParaRPr kumimoji="1" lang="zh-CN" altLang="en-US" sz="2800" b="1" dirty="0">
              <a:solidFill>
                <a:schemeClr val="tx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0" y="220345"/>
            <a:ext cx="420370" cy="617220"/>
          </a:xfrm>
          <a:prstGeom prst="rect">
            <a:avLst/>
          </a:prstGeom>
          <a:solidFill>
            <a:srgbClr val="0356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524510" y="220345"/>
            <a:ext cx="171450" cy="617220"/>
          </a:xfrm>
          <a:prstGeom prst="rect">
            <a:avLst/>
          </a:prstGeom>
          <a:solidFill>
            <a:srgbClr val="0356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420370" y="6508115"/>
            <a:ext cx="444690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sym typeface="+mn-ea"/>
                <a:hlinkClick r:id="rId1" action="ppaction://hlinkfile"/>
              </a:rPr>
              <a:t>https://github.com/asimfish/goai_research</a:t>
            </a:r>
            <a:endParaRPr lang="en-US" altLang="zh-CN">
              <a:sym typeface="+mn-ea"/>
            </a:endParaRPr>
          </a:p>
        </p:txBody>
      </p:sp>
      <p:pic>
        <p:nvPicPr>
          <p:cNvPr id="46" name="图片 4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635" y="1317625"/>
            <a:ext cx="5167630" cy="5190490"/>
          </a:xfrm>
          <a:prstGeom prst="rect">
            <a:avLst/>
          </a:prstGeom>
        </p:spPr>
      </p:pic>
      <p:sp>
        <p:nvSpPr>
          <p:cNvPr id="106" name="文本框 42"/>
          <p:cNvSpPr txBox="1"/>
          <p:nvPr/>
        </p:nvSpPr>
        <p:spPr>
          <a:xfrm>
            <a:off x="127635" y="963295"/>
            <a:ext cx="5079365" cy="387985"/>
          </a:xfrm>
          <a:prstGeom prst="rect">
            <a:avLst/>
          </a:prstGeom>
          <a:solidFill>
            <a:srgbClr val="154A97"/>
          </a:solidFill>
          <a:ln w="28575"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97000">
                  <a:schemeClr val="bg1">
                    <a:lumMod val="85000"/>
                  </a:schemeClr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ctr" defTabSz="914400" rtl="0" eaLnBrk="1" latinLnBrk="0" hangingPunct="1">
              <a:defRPr sz="2000" b="1" kern="1200">
                <a:solidFill>
                  <a:schemeClr val="lt1"/>
                </a:solidFill>
                <a:latin typeface="微软雅黑" charset="-122"/>
                <a:ea typeface="微软雅黑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sym typeface="微软雅黑" charset="-122"/>
              </a:rPr>
              <a:t>SAGE-Mat </a:t>
            </a:r>
            <a:r>
              <a:rPr lang="zh-CN" altLang="en-US" dirty="0">
                <a:sym typeface="微软雅黑" charset="-122"/>
              </a:rPr>
              <a:t>相关代码全面开源</a:t>
            </a:r>
            <a:endParaRPr lang="zh-CN" altLang="en-US" dirty="0">
              <a:sym typeface="微软雅黑" charset="-122"/>
            </a:endParaRPr>
          </a:p>
        </p:txBody>
      </p:sp>
      <p:pic>
        <p:nvPicPr>
          <p:cNvPr id="47" name="图片 4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4955" y="3613785"/>
            <a:ext cx="4314825" cy="2413635"/>
          </a:xfrm>
          <a:prstGeom prst="rect">
            <a:avLst/>
          </a:prstGeom>
        </p:spPr>
      </p:pic>
      <p:sp>
        <p:nvSpPr>
          <p:cNvPr id="48" name="文本框 42"/>
          <p:cNvSpPr txBox="1"/>
          <p:nvPr/>
        </p:nvSpPr>
        <p:spPr>
          <a:xfrm>
            <a:off x="5871210" y="963295"/>
            <a:ext cx="5713730" cy="387985"/>
          </a:xfrm>
          <a:prstGeom prst="rect">
            <a:avLst/>
          </a:prstGeom>
          <a:solidFill>
            <a:srgbClr val="154A97"/>
          </a:solidFill>
          <a:ln w="28575"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97000">
                  <a:schemeClr val="bg1">
                    <a:lumMod val="85000"/>
                  </a:schemeClr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ctr" defTabSz="914400" rtl="0" eaLnBrk="1" latinLnBrk="0" hangingPunct="1">
              <a:defRPr sz="2000" b="1" kern="1200">
                <a:solidFill>
                  <a:schemeClr val="lt1"/>
                </a:solidFill>
                <a:latin typeface="微软雅黑" charset="-122"/>
                <a:ea typeface="微软雅黑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sym typeface="微软雅黑" charset="-122"/>
              </a:rPr>
              <a:t>相关合成方案与支撑材料</a:t>
            </a:r>
            <a:r>
              <a:rPr lang="zh-CN" altLang="en-US" dirty="0">
                <a:sym typeface="微软雅黑" charset="-122"/>
              </a:rPr>
              <a:t>全面开源</a:t>
            </a:r>
            <a:endParaRPr lang="zh-CN" altLang="en-US" dirty="0">
              <a:sym typeface="微软雅黑" charset="-122"/>
            </a:endParaRPr>
          </a:p>
        </p:txBody>
      </p:sp>
      <p:pic>
        <p:nvPicPr>
          <p:cNvPr id="49" name="图片 4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1465" y="1351280"/>
            <a:ext cx="4298315" cy="2262505"/>
          </a:xfrm>
          <a:prstGeom prst="rect">
            <a:avLst/>
          </a:prstGeom>
        </p:spPr>
      </p:pic>
      <p:sp>
        <p:nvSpPr>
          <p:cNvPr id="50" name="文本框 49"/>
          <p:cNvSpPr txBox="1"/>
          <p:nvPr/>
        </p:nvSpPr>
        <p:spPr>
          <a:xfrm>
            <a:off x="8688705" y="6209030"/>
            <a:ext cx="664845" cy="299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sz="1350" dirty="0">
                <a:solidFill>
                  <a:schemeClr val="dk1"/>
                </a:solidFill>
                <a:latin typeface="Segoe UI"/>
                <a:ea typeface="微软雅黑"/>
                <a:cs typeface="Segoe UI"/>
                <a:sym typeface="+mn-ea"/>
              </a:rPr>
              <a:t>……</a:t>
            </a:r>
            <a:endParaRPr lang="zh-CN" sz="1350" dirty="0">
              <a:solidFill>
                <a:schemeClr val="dk1"/>
              </a:solidFill>
              <a:latin typeface="Segoe UI"/>
              <a:ea typeface="微软雅黑"/>
              <a:cs typeface="Segoe UI"/>
              <a:sym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5805" y="287697"/>
            <a:ext cx="8049321" cy="482368"/>
          </a:xfrm>
        </p:spPr>
        <p:txBody>
          <a:bodyPr/>
          <a:lstStyle/>
          <a:p>
            <a:r>
              <a:rPr kumimoji="1" lang="zh-CN" altLang="en-US" sz="2800" b="1" dirty="0">
                <a:solidFill>
                  <a:schemeClr val="tx1"/>
                </a:solidFill>
              </a:rPr>
              <a:t>真实应用 – 下一步 – 国家纳米科学中心</a:t>
            </a:r>
            <a:endParaRPr kumimoji="1" lang="zh-CN" altLang="en-US" sz="2800" b="1" dirty="0">
              <a:solidFill>
                <a:schemeClr val="tx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0" y="220345"/>
            <a:ext cx="420370" cy="617220"/>
          </a:xfrm>
          <a:prstGeom prst="rect">
            <a:avLst/>
          </a:prstGeom>
          <a:solidFill>
            <a:srgbClr val="0356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524510" y="220345"/>
            <a:ext cx="171450" cy="617220"/>
          </a:xfrm>
          <a:prstGeom prst="rect">
            <a:avLst/>
          </a:prstGeom>
          <a:solidFill>
            <a:srgbClr val="0356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579690" y="1444789"/>
            <a:ext cx="11182529" cy="4377705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gradFill flip="none" rotWithShape="1">
              <a:gsLst>
                <a:gs pos="0">
                  <a:sysClr val="window" lastClr="FFFFFF">
                    <a:lumMod val="98000"/>
                  </a:sysClr>
                </a:gs>
                <a:gs pos="100000">
                  <a:sysClr val="window" lastClr="FFFFFF">
                    <a:lumMod val="85000"/>
                  </a:sysClr>
                </a:gs>
              </a:gsLst>
              <a:lin ang="16200000" scaled="1"/>
              <a:tileRect/>
            </a:gradFill>
            <a:prstDash val="solid"/>
            <a:miter lim="800000"/>
          </a:ln>
          <a:effectLst>
            <a:outerShdw blurRad="127000" dist="63500" dir="8100000" algn="tr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 panose="020B0604020202090204"/>
              <a:ea typeface="微软雅黑"/>
              <a:cs typeface="+mn-ea"/>
              <a:sym typeface="+mn-lt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"/>
          <a:srcRect r="56282"/>
          <a:stretch>
            <a:fillRect/>
          </a:stretch>
        </p:blipFill>
        <p:spPr>
          <a:xfrm>
            <a:off x="8667028" y="2063357"/>
            <a:ext cx="2878941" cy="3473213"/>
          </a:xfrm>
          <a:prstGeom prst="rect">
            <a:avLst/>
          </a:prstGeom>
        </p:spPr>
      </p:pic>
      <p:sp>
        <p:nvSpPr>
          <p:cNvPr id="21" name="矩形 1"/>
          <p:cNvSpPr/>
          <p:nvPr/>
        </p:nvSpPr>
        <p:spPr>
          <a:xfrm>
            <a:off x="429781" y="1396185"/>
            <a:ext cx="9777632" cy="461664"/>
          </a:xfrm>
          <a:custGeom>
            <a:avLst/>
            <a:gdLst>
              <a:gd name="connsiteX0" fmla="*/ 0 w 9700260"/>
              <a:gd name="connsiteY0" fmla="*/ 0 h 381000"/>
              <a:gd name="connsiteX1" fmla="*/ 9700260 w 9700260"/>
              <a:gd name="connsiteY1" fmla="*/ 0 h 381000"/>
              <a:gd name="connsiteX2" fmla="*/ 9700260 w 9700260"/>
              <a:gd name="connsiteY2" fmla="*/ 381000 h 381000"/>
              <a:gd name="connsiteX3" fmla="*/ 0 w 9700260"/>
              <a:gd name="connsiteY3" fmla="*/ 381000 h 381000"/>
              <a:gd name="connsiteX4" fmla="*/ 0 w 9700260"/>
              <a:gd name="connsiteY4" fmla="*/ 0 h 381000"/>
              <a:gd name="connsiteX0-1" fmla="*/ 0 w 9700260"/>
              <a:gd name="connsiteY0-2" fmla="*/ 0 h 381000"/>
              <a:gd name="connsiteX1-3" fmla="*/ 9700260 w 9700260"/>
              <a:gd name="connsiteY1-4" fmla="*/ 0 h 381000"/>
              <a:gd name="connsiteX2-5" fmla="*/ 9425940 w 9700260"/>
              <a:gd name="connsiteY2-6" fmla="*/ 381000 h 381000"/>
              <a:gd name="connsiteX3-7" fmla="*/ 0 w 9700260"/>
              <a:gd name="connsiteY3-8" fmla="*/ 381000 h 381000"/>
              <a:gd name="connsiteX4-9" fmla="*/ 0 w 9700260"/>
              <a:gd name="connsiteY4-10" fmla="*/ 0 h 381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9700260" h="381000">
                <a:moveTo>
                  <a:pt x="0" y="0"/>
                </a:moveTo>
                <a:lnTo>
                  <a:pt x="9700260" y="0"/>
                </a:lnTo>
                <a:lnTo>
                  <a:pt x="942594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154A9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 panose="020B0604020202090204"/>
              <a:ea typeface="微软雅黑"/>
              <a:cs typeface="+mn-ea"/>
              <a:sym typeface="+mn-lt"/>
            </a:endParaRPr>
          </a:p>
        </p:txBody>
      </p:sp>
      <p:sp>
        <p:nvSpPr>
          <p:cNvPr id="22" name="文本框 35"/>
          <p:cNvSpPr txBox="1"/>
          <p:nvPr/>
        </p:nvSpPr>
        <p:spPr>
          <a:xfrm>
            <a:off x="1038325" y="1442350"/>
            <a:ext cx="8224208" cy="43088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1" i="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ea"/>
                <a:sym typeface="+mn-lt"/>
              </a:rPr>
              <a:t>化学自动化实验室</a:t>
            </a:r>
            <a:endParaRPr kumimoji="0" lang="zh-CN" altLang="en-US" sz="2200" b="1" i="0" u="none" strike="noStrike" kern="120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 panose="020B0604020202090204"/>
              <a:ea typeface="微软雅黑"/>
              <a:cs typeface="+mn-ea"/>
              <a:sym typeface="+mn-lt"/>
            </a:endParaRPr>
          </a:p>
        </p:txBody>
      </p:sp>
      <p:sp>
        <p:nvSpPr>
          <p:cNvPr id="23" name="等腰三角形 22"/>
          <p:cNvSpPr/>
          <p:nvPr/>
        </p:nvSpPr>
        <p:spPr>
          <a:xfrm flipV="1">
            <a:off x="429780" y="1857849"/>
            <a:ext cx="149909" cy="115789"/>
          </a:xfrm>
          <a:prstGeom prst="triangle">
            <a:avLst>
              <a:gd name="adj" fmla="val 100000"/>
            </a:avLst>
          </a:prstGeom>
          <a:solidFill>
            <a:srgbClr val="0E326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 panose="020B0604020202090204"/>
              <a:ea typeface="微软雅黑"/>
              <a:cs typeface="+mn-cs"/>
            </a:endParaRPr>
          </a:p>
        </p:txBody>
      </p:sp>
      <p:grpSp>
        <p:nvGrpSpPr>
          <p:cNvPr id="24" name="Group 36"/>
          <p:cNvGrpSpPr/>
          <p:nvPr/>
        </p:nvGrpSpPr>
        <p:grpSpPr>
          <a:xfrm>
            <a:off x="659913" y="1442350"/>
            <a:ext cx="257370" cy="373571"/>
            <a:chOff x="8591550" y="2065338"/>
            <a:chExt cx="474663" cy="688975"/>
          </a:xfrm>
          <a:solidFill>
            <a:sysClr val="window" lastClr="FFFFFF"/>
          </a:solidFill>
        </p:grpSpPr>
        <p:sp>
          <p:nvSpPr>
            <p:cNvPr id="32" name="Freeform 100"/>
            <p:cNvSpPr>
              <a:spLocks noEditPoints="1"/>
            </p:cNvSpPr>
            <p:nvPr/>
          </p:nvSpPr>
          <p:spPr bwMode="auto">
            <a:xfrm>
              <a:off x="8591550" y="2065338"/>
              <a:ext cx="474663" cy="688975"/>
            </a:xfrm>
            <a:custGeom>
              <a:avLst/>
              <a:gdLst>
                <a:gd name="T0" fmla="*/ 2887 w 11063"/>
                <a:gd name="T1" fmla="*/ 9929 h 16058"/>
                <a:gd name="T2" fmla="*/ 2451 w 11063"/>
                <a:gd name="T3" fmla="*/ 9123 h 16058"/>
                <a:gd name="T4" fmla="*/ 1855 w 11063"/>
                <a:gd name="T5" fmla="*/ 8041 h 16058"/>
                <a:gd name="T6" fmla="*/ 1427 w 11063"/>
                <a:gd name="T7" fmla="*/ 7165 h 16058"/>
                <a:gd name="T8" fmla="*/ 1122 w 11063"/>
                <a:gd name="T9" fmla="*/ 6318 h 16058"/>
                <a:gd name="T10" fmla="*/ 1006 w 11063"/>
                <a:gd name="T11" fmla="*/ 5520 h 16058"/>
                <a:gd name="T12" fmla="*/ 1362 w 11063"/>
                <a:gd name="T13" fmla="*/ 3764 h 16058"/>
                <a:gd name="T14" fmla="*/ 2332 w 11063"/>
                <a:gd name="T15" fmla="*/ 2327 h 16058"/>
                <a:gd name="T16" fmla="*/ 3771 w 11063"/>
                <a:gd name="T17" fmla="*/ 1359 h 16058"/>
                <a:gd name="T18" fmla="*/ 5532 w 11063"/>
                <a:gd name="T19" fmla="*/ 1004 h 16058"/>
                <a:gd name="T20" fmla="*/ 7292 w 11063"/>
                <a:gd name="T21" fmla="*/ 1359 h 16058"/>
                <a:gd name="T22" fmla="*/ 8731 w 11063"/>
                <a:gd name="T23" fmla="*/ 2327 h 16058"/>
                <a:gd name="T24" fmla="*/ 9701 w 11063"/>
                <a:gd name="T25" fmla="*/ 3764 h 16058"/>
                <a:gd name="T26" fmla="*/ 10057 w 11063"/>
                <a:gd name="T27" fmla="*/ 5520 h 16058"/>
                <a:gd name="T28" fmla="*/ 9941 w 11063"/>
                <a:gd name="T29" fmla="*/ 6314 h 16058"/>
                <a:gd name="T30" fmla="*/ 9636 w 11063"/>
                <a:gd name="T31" fmla="*/ 7163 h 16058"/>
                <a:gd name="T32" fmla="*/ 9207 w 11063"/>
                <a:gd name="T33" fmla="*/ 8042 h 16058"/>
                <a:gd name="T34" fmla="*/ 8612 w 11063"/>
                <a:gd name="T35" fmla="*/ 9129 h 16058"/>
                <a:gd name="T36" fmla="*/ 8179 w 11063"/>
                <a:gd name="T37" fmla="*/ 9932 h 16058"/>
                <a:gd name="T38" fmla="*/ 5484 w 11063"/>
                <a:gd name="T39" fmla="*/ 15054 h 16058"/>
                <a:gd name="T40" fmla="*/ 5160 w 11063"/>
                <a:gd name="T41" fmla="*/ 15030 h 16058"/>
                <a:gd name="T42" fmla="*/ 4907 w 11063"/>
                <a:gd name="T43" fmla="*/ 14937 h 16058"/>
                <a:gd name="T44" fmla="*/ 4698 w 11063"/>
                <a:gd name="T45" fmla="*/ 14732 h 16058"/>
                <a:gd name="T46" fmla="*/ 6658 w 11063"/>
                <a:gd name="T47" fmla="*/ 14161 h 16058"/>
                <a:gd name="T48" fmla="*/ 6436 w 11063"/>
                <a:gd name="T49" fmla="*/ 14651 h 16058"/>
                <a:gd name="T50" fmla="*/ 6202 w 11063"/>
                <a:gd name="T51" fmla="*/ 14919 h 16058"/>
                <a:gd name="T52" fmla="*/ 5915 w 11063"/>
                <a:gd name="T53" fmla="*/ 15031 h 16058"/>
                <a:gd name="T54" fmla="*/ 5532 w 11063"/>
                <a:gd name="T55" fmla="*/ 15054 h 16058"/>
                <a:gd name="T56" fmla="*/ 3763 w 11063"/>
                <a:gd name="T57" fmla="*/ 12094 h 16058"/>
                <a:gd name="T58" fmla="*/ 3603 w 11063"/>
                <a:gd name="T59" fmla="*/ 11605 h 16058"/>
                <a:gd name="T60" fmla="*/ 7351 w 11063"/>
                <a:gd name="T61" fmla="*/ 11943 h 16058"/>
                <a:gd name="T62" fmla="*/ 4290 w 11063"/>
                <a:gd name="T63" fmla="*/ 13799 h 16058"/>
                <a:gd name="T64" fmla="*/ 4145 w 11063"/>
                <a:gd name="T65" fmla="*/ 13340 h 16058"/>
                <a:gd name="T66" fmla="*/ 7149 w 11063"/>
                <a:gd name="T67" fmla="*/ 12594 h 16058"/>
                <a:gd name="T68" fmla="*/ 7016 w 11063"/>
                <a:gd name="T69" fmla="*/ 13038 h 16058"/>
                <a:gd name="T70" fmla="*/ 6835 w 11063"/>
                <a:gd name="T71" fmla="*/ 13637 h 16058"/>
                <a:gd name="T72" fmla="*/ 3630 w 11063"/>
                <a:gd name="T73" fmla="*/ 335 h 16058"/>
                <a:gd name="T74" fmla="*/ 1812 w 11063"/>
                <a:gd name="T75" fmla="*/ 1434 h 16058"/>
                <a:gd name="T76" fmla="*/ 545 w 11063"/>
                <a:gd name="T77" fmla="*/ 3127 h 16058"/>
                <a:gd name="T78" fmla="*/ 7 w 11063"/>
                <a:gd name="T79" fmla="*/ 5236 h 16058"/>
                <a:gd name="T80" fmla="*/ 234 w 11063"/>
                <a:gd name="T81" fmla="*/ 6861 h 16058"/>
                <a:gd name="T82" fmla="*/ 910 w 11063"/>
                <a:gd name="T83" fmla="*/ 8405 h 16058"/>
                <a:gd name="T84" fmla="*/ 1748 w 11063"/>
                <a:gd name="T85" fmla="*/ 9927 h 16058"/>
                <a:gd name="T86" fmla="*/ 2463 w 11063"/>
                <a:gd name="T87" fmla="*/ 11392 h 16058"/>
                <a:gd name="T88" fmla="*/ 3065 w 11063"/>
                <a:gd name="T89" fmla="*/ 13245 h 16058"/>
                <a:gd name="T90" fmla="*/ 3552 w 11063"/>
                <a:gd name="T91" fmla="*/ 14718 h 16058"/>
                <a:gd name="T92" fmla="*/ 4207 w 11063"/>
                <a:gd name="T93" fmla="*/ 15672 h 16058"/>
                <a:gd name="T94" fmla="*/ 5340 w 11063"/>
                <a:gd name="T95" fmla="*/ 16053 h 16058"/>
                <a:gd name="T96" fmla="*/ 6643 w 11063"/>
                <a:gd name="T97" fmla="*/ 15823 h 16058"/>
                <a:gd name="T98" fmla="*/ 7387 w 11063"/>
                <a:gd name="T99" fmla="*/ 15011 h 16058"/>
                <a:gd name="T100" fmla="*/ 7880 w 11063"/>
                <a:gd name="T101" fmla="*/ 13666 h 16058"/>
                <a:gd name="T102" fmla="*/ 8442 w 11063"/>
                <a:gd name="T103" fmla="*/ 11841 h 16058"/>
                <a:gd name="T104" fmla="*/ 9115 w 11063"/>
                <a:gd name="T105" fmla="*/ 10307 h 16058"/>
                <a:gd name="T106" fmla="*/ 9949 w 11063"/>
                <a:gd name="T107" fmla="*/ 8788 h 16058"/>
                <a:gd name="T108" fmla="*/ 10691 w 11063"/>
                <a:gd name="T109" fmla="*/ 7241 h 16058"/>
                <a:gd name="T110" fmla="*/ 11058 w 11063"/>
                <a:gd name="T111" fmla="*/ 5709 h 16058"/>
                <a:gd name="T112" fmla="*/ 10727 w 11063"/>
                <a:gd name="T113" fmla="*/ 3622 h 16058"/>
                <a:gd name="T114" fmla="*/ 9626 w 11063"/>
                <a:gd name="T115" fmla="*/ 1809 h 16058"/>
                <a:gd name="T116" fmla="*/ 7929 w 11063"/>
                <a:gd name="T117" fmla="*/ 544 h 16058"/>
                <a:gd name="T118" fmla="*/ 5816 w 11063"/>
                <a:gd name="T119" fmla="*/ 7 h 160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1063" h="16058">
                  <a:moveTo>
                    <a:pt x="7881" y="10538"/>
                  </a:moveTo>
                  <a:lnTo>
                    <a:pt x="3187" y="10538"/>
                  </a:lnTo>
                  <a:lnTo>
                    <a:pt x="3140" y="10437"/>
                  </a:lnTo>
                  <a:lnTo>
                    <a:pt x="3092" y="10335"/>
                  </a:lnTo>
                  <a:lnTo>
                    <a:pt x="3041" y="10234"/>
                  </a:lnTo>
                  <a:lnTo>
                    <a:pt x="2991" y="10132"/>
                  </a:lnTo>
                  <a:lnTo>
                    <a:pt x="2940" y="10030"/>
                  </a:lnTo>
                  <a:lnTo>
                    <a:pt x="2887" y="9929"/>
                  </a:lnTo>
                  <a:lnTo>
                    <a:pt x="2835" y="9827"/>
                  </a:lnTo>
                  <a:lnTo>
                    <a:pt x="2781" y="9727"/>
                  </a:lnTo>
                  <a:lnTo>
                    <a:pt x="2728" y="9626"/>
                  </a:lnTo>
                  <a:lnTo>
                    <a:pt x="2672" y="9524"/>
                  </a:lnTo>
                  <a:lnTo>
                    <a:pt x="2618" y="9424"/>
                  </a:lnTo>
                  <a:lnTo>
                    <a:pt x="2563" y="9324"/>
                  </a:lnTo>
                  <a:lnTo>
                    <a:pt x="2507" y="9223"/>
                  </a:lnTo>
                  <a:lnTo>
                    <a:pt x="2451" y="9123"/>
                  </a:lnTo>
                  <a:lnTo>
                    <a:pt x="2396" y="9024"/>
                  </a:lnTo>
                  <a:lnTo>
                    <a:pt x="2340" y="8924"/>
                  </a:lnTo>
                  <a:lnTo>
                    <a:pt x="2217" y="8703"/>
                  </a:lnTo>
                  <a:lnTo>
                    <a:pt x="2094" y="8483"/>
                  </a:lnTo>
                  <a:lnTo>
                    <a:pt x="2034" y="8372"/>
                  </a:lnTo>
                  <a:lnTo>
                    <a:pt x="1973" y="8262"/>
                  </a:lnTo>
                  <a:lnTo>
                    <a:pt x="1914" y="8151"/>
                  </a:lnTo>
                  <a:lnTo>
                    <a:pt x="1855" y="8041"/>
                  </a:lnTo>
                  <a:lnTo>
                    <a:pt x="1796" y="7931"/>
                  </a:lnTo>
                  <a:lnTo>
                    <a:pt x="1740" y="7820"/>
                  </a:lnTo>
                  <a:lnTo>
                    <a:pt x="1684" y="7711"/>
                  </a:lnTo>
                  <a:lnTo>
                    <a:pt x="1629" y="7600"/>
                  </a:lnTo>
                  <a:lnTo>
                    <a:pt x="1576" y="7491"/>
                  </a:lnTo>
                  <a:lnTo>
                    <a:pt x="1525" y="7383"/>
                  </a:lnTo>
                  <a:lnTo>
                    <a:pt x="1475" y="7273"/>
                  </a:lnTo>
                  <a:lnTo>
                    <a:pt x="1427" y="7165"/>
                  </a:lnTo>
                  <a:lnTo>
                    <a:pt x="1381" y="7057"/>
                  </a:lnTo>
                  <a:lnTo>
                    <a:pt x="1337" y="6950"/>
                  </a:lnTo>
                  <a:lnTo>
                    <a:pt x="1294" y="6843"/>
                  </a:lnTo>
                  <a:lnTo>
                    <a:pt x="1255" y="6736"/>
                  </a:lnTo>
                  <a:lnTo>
                    <a:pt x="1218" y="6631"/>
                  </a:lnTo>
                  <a:lnTo>
                    <a:pt x="1183" y="6526"/>
                  </a:lnTo>
                  <a:lnTo>
                    <a:pt x="1151" y="6421"/>
                  </a:lnTo>
                  <a:lnTo>
                    <a:pt x="1122" y="6318"/>
                  </a:lnTo>
                  <a:lnTo>
                    <a:pt x="1095" y="6214"/>
                  </a:lnTo>
                  <a:lnTo>
                    <a:pt x="1072" y="6112"/>
                  </a:lnTo>
                  <a:lnTo>
                    <a:pt x="1053" y="6012"/>
                  </a:lnTo>
                  <a:lnTo>
                    <a:pt x="1036" y="5911"/>
                  </a:lnTo>
                  <a:lnTo>
                    <a:pt x="1023" y="5812"/>
                  </a:lnTo>
                  <a:lnTo>
                    <a:pt x="1014" y="5714"/>
                  </a:lnTo>
                  <a:lnTo>
                    <a:pt x="1008" y="5616"/>
                  </a:lnTo>
                  <a:lnTo>
                    <a:pt x="1006" y="5520"/>
                  </a:lnTo>
                  <a:lnTo>
                    <a:pt x="1012" y="5288"/>
                  </a:lnTo>
                  <a:lnTo>
                    <a:pt x="1029" y="5059"/>
                  </a:lnTo>
                  <a:lnTo>
                    <a:pt x="1058" y="4833"/>
                  </a:lnTo>
                  <a:lnTo>
                    <a:pt x="1098" y="4611"/>
                  </a:lnTo>
                  <a:lnTo>
                    <a:pt x="1149" y="4393"/>
                  </a:lnTo>
                  <a:lnTo>
                    <a:pt x="1210" y="4178"/>
                  </a:lnTo>
                  <a:lnTo>
                    <a:pt x="1280" y="3968"/>
                  </a:lnTo>
                  <a:lnTo>
                    <a:pt x="1362" y="3764"/>
                  </a:lnTo>
                  <a:lnTo>
                    <a:pt x="1452" y="3564"/>
                  </a:lnTo>
                  <a:lnTo>
                    <a:pt x="1553" y="3369"/>
                  </a:lnTo>
                  <a:lnTo>
                    <a:pt x="1661" y="3179"/>
                  </a:lnTo>
                  <a:lnTo>
                    <a:pt x="1779" y="2997"/>
                  </a:lnTo>
                  <a:lnTo>
                    <a:pt x="1906" y="2819"/>
                  </a:lnTo>
                  <a:lnTo>
                    <a:pt x="2041" y="2649"/>
                  </a:lnTo>
                  <a:lnTo>
                    <a:pt x="2182" y="2485"/>
                  </a:lnTo>
                  <a:lnTo>
                    <a:pt x="2332" y="2327"/>
                  </a:lnTo>
                  <a:lnTo>
                    <a:pt x="2490" y="2178"/>
                  </a:lnTo>
                  <a:lnTo>
                    <a:pt x="2654" y="2036"/>
                  </a:lnTo>
                  <a:lnTo>
                    <a:pt x="2825" y="1902"/>
                  </a:lnTo>
                  <a:lnTo>
                    <a:pt x="3003" y="1776"/>
                  </a:lnTo>
                  <a:lnTo>
                    <a:pt x="3186" y="1658"/>
                  </a:lnTo>
                  <a:lnTo>
                    <a:pt x="3376" y="1550"/>
                  </a:lnTo>
                  <a:lnTo>
                    <a:pt x="3571" y="1449"/>
                  </a:lnTo>
                  <a:lnTo>
                    <a:pt x="3771" y="1359"/>
                  </a:lnTo>
                  <a:lnTo>
                    <a:pt x="3977" y="1279"/>
                  </a:lnTo>
                  <a:lnTo>
                    <a:pt x="4187" y="1207"/>
                  </a:lnTo>
                  <a:lnTo>
                    <a:pt x="4402" y="1146"/>
                  </a:lnTo>
                  <a:lnTo>
                    <a:pt x="4620" y="1096"/>
                  </a:lnTo>
                  <a:lnTo>
                    <a:pt x="4843" y="1056"/>
                  </a:lnTo>
                  <a:lnTo>
                    <a:pt x="5069" y="1027"/>
                  </a:lnTo>
                  <a:lnTo>
                    <a:pt x="5299" y="1010"/>
                  </a:lnTo>
                  <a:lnTo>
                    <a:pt x="5532" y="1004"/>
                  </a:lnTo>
                  <a:lnTo>
                    <a:pt x="5764" y="1010"/>
                  </a:lnTo>
                  <a:lnTo>
                    <a:pt x="5993" y="1027"/>
                  </a:lnTo>
                  <a:lnTo>
                    <a:pt x="6219" y="1056"/>
                  </a:lnTo>
                  <a:lnTo>
                    <a:pt x="6443" y="1096"/>
                  </a:lnTo>
                  <a:lnTo>
                    <a:pt x="6661" y="1146"/>
                  </a:lnTo>
                  <a:lnTo>
                    <a:pt x="6876" y="1207"/>
                  </a:lnTo>
                  <a:lnTo>
                    <a:pt x="7086" y="1279"/>
                  </a:lnTo>
                  <a:lnTo>
                    <a:pt x="7292" y="1359"/>
                  </a:lnTo>
                  <a:lnTo>
                    <a:pt x="7492" y="1449"/>
                  </a:lnTo>
                  <a:lnTo>
                    <a:pt x="7687" y="1550"/>
                  </a:lnTo>
                  <a:lnTo>
                    <a:pt x="7877" y="1658"/>
                  </a:lnTo>
                  <a:lnTo>
                    <a:pt x="8060" y="1776"/>
                  </a:lnTo>
                  <a:lnTo>
                    <a:pt x="8238" y="1902"/>
                  </a:lnTo>
                  <a:lnTo>
                    <a:pt x="8409" y="2036"/>
                  </a:lnTo>
                  <a:lnTo>
                    <a:pt x="8573" y="2178"/>
                  </a:lnTo>
                  <a:lnTo>
                    <a:pt x="8731" y="2327"/>
                  </a:lnTo>
                  <a:lnTo>
                    <a:pt x="8881" y="2485"/>
                  </a:lnTo>
                  <a:lnTo>
                    <a:pt x="9022" y="2649"/>
                  </a:lnTo>
                  <a:lnTo>
                    <a:pt x="9157" y="2819"/>
                  </a:lnTo>
                  <a:lnTo>
                    <a:pt x="9283" y="2997"/>
                  </a:lnTo>
                  <a:lnTo>
                    <a:pt x="9402" y="3179"/>
                  </a:lnTo>
                  <a:lnTo>
                    <a:pt x="9510" y="3369"/>
                  </a:lnTo>
                  <a:lnTo>
                    <a:pt x="9611" y="3564"/>
                  </a:lnTo>
                  <a:lnTo>
                    <a:pt x="9701" y="3764"/>
                  </a:lnTo>
                  <a:lnTo>
                    <a:pt x="9783" y="3968"/>
                  </a:lnTo>
                  <a:lnTo>
                    <a:pt x="9853" y="4178"/>
                  </a:lnTo>
                  <a:lnTo>
                    <a:pt x="9914" y="4393"/>
                  </a:lnTo>
                  <a:lnTo>
                    <a:pt x="9965" y="4611"/>
                  </a:lnTo>
                  <a:lnTo>
                    <a:pt x="10005" y="4833"/>
                  </a:lnTo>
                  <a:lnTo>
                    <a:pt x="10034" y="5059"/>
                  </a:lnTo>
                  <a:lnTo>
                    <a:pt x="10051" y="5288"/>
                  </a:lnTo>
                  <a:lnTo>
                    <a:pt x="10057" y="5520"/>
                  </a:lnTo>
                  <a:lnTo>
                    <a:pt x="10055" y="5615"/>
                  </a:lnTo>
                  <a:lnTo>
                    <a:pt x="10049" y="5713"/>
                  </a:lnTo>
                  <a:lnTo>
                    <a:pt x="10040" y="5810"/>
                  </a:lnTo>
                  <a:lnTo>
                    <a:pt x="10027" y="5908"/>
                  </a:lnTo>
                  <a:lnTo>
                    <a:pt x="10010" y="6009"/>
                  </a:lnTo>
                  <a:lnTo>
                    <a:pt x="9990" y="6110"/>
                  </a:lnTo>
                  <a:lnTo>
                    <a:pt x="9967" y="6211"/>
                  </a:lnTo>
                  <a:lnTo>
                    <a:pt x="9941" y="6314"/>
                  </a:lnTo>
                  <a:lnTo>
                    <a:pt x="9911" y="6418"/>
                  </a:lnTo>
                  <a:lnTo>
                    <a:pt x="9880" y="6523"/>
                  </a:lnTo>
                  <a:lnTo>
                    <a:pt x="9845" y="6627"/>
                  </a:lnTo>
                  <a:lnTo>
                    <a:pt x="9808" y="6733"/>
                  </a:lnTo>
                  <a:lnTo>
                    <a:pt x="9769" y="6840"/>
                  </a:lnTo>
                  <a:lnTo>
                    <a:pt x="9726" y="6947"/>
                  </a:lnTo>
                  <a:lnTo>
                    <a:pt x="9682" y="7054"/>
                  </a:lnTo>
                  <a:lnTo>
                    <a:pt x="9636" y="7163"/>
                  </a:lnTo>
                  <a:lnTo>
                    <a:pt x="9588" y="7271"/>
                  </a:lnTo>
                  <a:lnTo>
                    <a:pt x="9538" y="7381"/>
                  </a:lnTo>
                  <a:lnTo>
                    <a:pt x="9486" y="7490"/>
                  </a:lnTo>
                  <a:lnTo>
                    <a:pt x="9433" y="7599"/>
                  </a:lnTo>
                  <a:lnTo>
                    <a:pt x="9378" y="7710"/>
                  </a:lnTo>
                  <a:lnTo>
                    <a:pt x="9323" y="7820"/>
                  </a:lnTo>
                  <a:lnTo>
                    <a:pt x="9266" y="7932"/>
                  </a:lnTo>
                  <a:lnTo>
                    <a:pt x="9207" y="8042"/>
                  </a:lnTo>
                  <a:lnTo>
                    <a:pt x="9149" y="8153"/>
                  </a:lnTo>
                  <a:lnTo>
                    <a:pt x="9089" y="8264"/>
                  </a:lnTo>
                  <a:lnTo>
                    <a:pt x="9028" y="8375"/>
                  </a:lnTo>
                  <a:lnTo>
                    <a:pt x="8968" y="8487"/>
                  </a:lnTo>
                  <a:lnTo>
                    <a:pt x="8845" y="8708"/>
                  </a:lnTo>
                  <a:lnTo>
                    <a:pt x="8722" y="8930"/>
                  </a:lnTo>
                  <a:lnTo>
                    <a:pt x="8667" y="9029"/>
                  </a:lnTo>
                  <a:lnTo>
                    <a:pt x="8612" y="9129"/>
                  </a:lnTo>
                  <a:lnTo>
                    <a:pt x="8557" y="9228"/>
                  </a:lnTo>
                  <a:lnTo>
                    <a:pt x="8501" y="9329"/>
                  </a:lnTo>
                  <a:lnTo>
                    <a:pt x="8447" y="9429"/>
                  </a:lnTo>
                  <a:lnTo>
                    <a:pt x="8392" y="9529"/>
                  </a:lnTo>
                  <a:lnTo>
                    <a:pt x="8338" y="9630"/>
                  </a:lnTo>
                  <a:lnTo>
                    <a:pt x="8284" y="9730"/>
                  </a:lnTo>
                  <a:lnTo>
                    <a:pt x="8231" y="9831"/>
                  </a:lnTo>
                  <a:lnTo>
                    <a:pt x="8179" y="9932"/>
                  </a:lnTo>
                  <a:lnTo>
                    <a:pt x="8127" y="10033"/>
                  </a:lnTo>
                  <a:lnTo>
                    <a:pt x="8076" y="10134"/>
                  </a:lnTo>
                  <a:lnTo>
                    <a:pt x="8026" y="10235"/>
                  </a:lnTo>
                  <a:lnTo>
                    <a:pt x="7976" y="10336"/>
                  </a:lnTo>
                  <a:lnTo>
                    <a:pt x="7928" y="10437"/>
                  </a:lnTo>
                  <a:lnTo>
                    <a:pt x="7881" y="10538"/>
                  </a:lnTo>
                  <a:close/>
                  <a:moveTo>
                    <a:pt x="5532" y="15054"/>
                  </a:moveTo>
                  <a:lnTo>
                    <a:pt x="5484" y="15054"/>
                  </a:lnTo>
                  <a:lnTo>
                    <a:pt x="5439" y="15053"/>
                  </a:lnTo>
                  <a:lnTo>
                    <a:pt x="5395" y="15052"/>
                  </a:lnTo>
                  <a:lnTo>
                    <a:pt x="5352" y="15050"/>
                  </a:lnTo>
                  <a:lnTo>
                    <a:pt x="5311" y="15048"/>
                  </a:lnTo>
                  <a:lnTo>
                    <a:pt x="5272" y="15045"/>
                  </a:lnTo>
                  <a:lnTo>
                    <a:pt x="5234" y="15041"/>
                  </a:lnTo>
                  <a:lnTo>
                    <a:pt x="5197" y="15036"/>
                  </a:lnTo>
                  <a:lnTo>
                    <a:pt x="5160" y="15030"/>
                  </a:lnTo>
                  <a:lnTo>
                    <a:pt x="5125" y="15023"/>
                  </a:lnTo>
                  <a:lnTo>
                    <a:pt x="5091" y="15015"/>
                  </a:lnTo>
                  <a:lnTo>
                    <a:pt x="5059" y="15006"/>
                  </a:lnTo>
                  <a:lnTo>
                    <a:pt x="5027" y="14995"/>
                  </a:lnTo>
                  <a:lnTo>
                    <a:pt x="4995" y="14983"/>
                  </a:lnTo>
                  <a:lnTo>
                    <a:pt x="4965" y="14969"/>
                  </a:lnTo>
                  <a:lnTo>
                    <a:pt x="4936" y="14954"/>
                  </a:lnTo>
                  <a:lnTo>
                    <a:pt x="4907" y="14937"/>
                  </a:lnTo>
                  <a:lnTo>
                    <a:pt x="4880" y="14919"/>
                  </a:lnTo>
                  <a:lnTo>
                    <a:pt x="4852" y="14898"/>
                  </a:lnTo>
                  <a:lnTo>
                    <a:pt x="4825" y="14876"/>
                  </a:lnTo>
                  <a:lnTo>
                    <a:pt x="4799" y="14852"/>
                  </a:lnTo>
                  <a:lnTo>
                    <a:pt x="4773" y="14825"/>
                  </a:lnTo>
                  <a:lnTo>
                    <a:pt x="4748" y="14796"/>
                  </a:lnTo>
                  <a:lnTo>
                    <a:pt x="4723" y="14765"/>
                  </a:lnTo>
                  <a:lnTo>
                    <a:pt x="4698" y="14732"/>
                  </a:lnTo>
                  <a:lnTo>
                    <a:pt x="4673" y="14696"/>
                  </a:lnTo>
                  <a:lnTo>
                    <a:pt x="4648" y="14658"/>
                  </a:lnTo>
                  <a:lnTo>
                    <a:pt x="4624" y="14618"/>
                  </a:lnTo>
                  <a:lnTo>
                    <a:pt x="4600" y="14574"/>
                  </a:lnTo>
                  <a:lnTo>
                    <a:pt x="4576" y="14527"/>
                  </a:lnTo>
                  <a:lnTo>
                    <a:pt x="4552" y="14479"/>
                  </a:lnTo>
                  <a:lnTo>
                    <a:pt x="4527" y="14427"/>
                  </a:lnTo>
                  <a:lnTo>
                    <a:pt x="6658" y="14161"/>
                  </a:lnTo>
                  <a:lnTo>
                    <a:pt x="6630" y="14236"/>
                  </a:lnTo>
                  <a:lnTo>
                    <a:pt x="6602" y="14308"/>
                  </a:lnTo>
                  <a:lnTo>
                    <a:pt x="6573" y="14375"/>
                  </a:lnTo>
                  <a:lnTo>
                    <a:pt x="6546" y="14438"/>
                  </a:lnTo>
                  <a:lnTo>
                    <a:pt x="6518" y="14496"/>
                  </a:lnTo>
                  <a:lnTo>
                    <a:pt x="6491" y="14552"/>
                  </a:lnTo>
                  <a:lnTo>
                    <a:pt x="6464" y="14603"/>
                  </a:lnTo>
                  <a:lnTo>
                    <a:pt x="6436" y="14651"/>
                  </a:lnTo>
                  <a:lnTo>
                    <a:pt x="6408" y="14695"/>
                  </a:lnTo>
                  <a:lnTo>
                    <a:pt x="6380" y="14736"/>
                  </a:lnTo>
                  <a:lnTo>
                    <a:pt x="6352" y="14773"/>
                  </a:lnTo>
                  <a:lnTo>
                    <a:pt x="6323" y="14808"/>
                  </a:lnTo>
                  <a:lnTo>
                    <a:pt x="6294" y="14841"/>
                  </a:lnTo>
                  <a:lnTo>
                    <a:pt x="6264" y="14869"/>
                  </a:lnTo>
                  <a:lnTo>
                    <a:pt x="6233" y="14895"/>
                  </a:lnTo>
                  <a:lnTo>
                    <a:pt x="6202" y="14919"/>
                  </a:lnTo>
                  <a:lnTo>
                    <a:pt x="6170" y="14940"/>
                  </a:lnTo>
                  <a:lnTo>
                    <a:pt x="6137" y="14959"/>
                  </a:lnTo>
                  <a:lnTo>
                    <a:pt x="6103" y="14976"/>
                  </a:lnTo>
                  <a:lnTo>
                    <a:pt x="6068" y="14990"/>
                  </a:lnTo>
                  <a:lnTo>
                    <a:pt x="6031" y="15003"/>
                  </a:lnTo>
                  <a:lnTo>
                    <a:pt x="5994" y="15014"/>
                  </a:lnTo>
                  <a:lnTo>
                    <a:pt x="5955" y="15023"/>
                  </a:lnTo>
                  <a:lnTo>
                    <a:pt x="5915" y="15031"/>
                  </a:lnTo>
                  <a:lnTo>
                    <a:pt x="5873" y="15038"/>
                  </a:lnTo>
                  <a:lnTo>
                    <a:pt x="5829" y="15043"/>
                  </a:lnTo>
                  <a:lnTo>
                    <a:pt x="5785" y="15047"/>
                  </a:lnTo>
                  <a:lnTo>
                    <a:pt x="5738" y="15050"/>
                  </a:lnTo>
                  <a:lnTo>
                    <a:pt x="5689" y="15052"/>
                  </a:lnTo>
                  <a:lnTo>
                    <a:pt x="5638" y="15053"/>
                  </a:lnTo>
                  <a:lnTo>
                    <a:pt x="5586" y="15054"/>
                  </a:lnTo>
                  <a:lnTo>
                    <a:pt x="5532" y="15054"/>
                  </a:lnTo>
                  <a:close/>
                  <a:moveTo>
                    <a:pt x="3890" y="12499"/>
                  </a:moveTo>
                  <a:lnTo>
                    <a:pt x="3873" y="12442"/>
                  </a:lnTo>
                  <a:lnTo>
                    <a:pt x="3855" y="12386"/>
                  </a:lnTo>
                  <a:lnTo>
                    <a:pt x="3838" y="12328"/>
                  </a:lnTo>
                  <a:lnTo>
                    <a:pt x="3820" y="12269"/>
                  </a:lnTo>
                  <a:lnTo>
                    <a:pt x="3802" y="12211"/>
                  </a:lnTo>
                  <a:lnTo>
                    <a:pt x="3783" y="12153"/>
                  </a:lnTo>
                  <a:lnTo>
                    <a:pt x="3763" y="12094"/>
                  </a:lnTo>
                  <a:lnTo>
                    <a:pt x="3744" y="12033"/>
                  </a:lnTo>
                  <a:lnTo>
                    <a:pt x="3725" y="11974"/>
                  </a:lnTo>
                  <a:lnTo>
                    <a:pt x="3705" y="11913"/>
                  </a:lnTo>
                  <a:lnTo>
                    <a:pt x="3685" y="11853"/>
                  </a:lnTo>
                  <a:lnTo>
                    <a:pt x="3665" y="11792"/>
                  </a:lnTo>
                  <a:lnTo>
                    <a:pt x="3645" y="11729"/>
                  </a:lnTo>
                  <a:lnTo>
                    <a:pt x="3624" y="11667"/>
                  </a:lnTo>
                  <a:lnTo>
                    <a:pt x="3603" y="11605"/>
                  </a:lnTo>
                  <a:lnTo>
                    <a:pt x="3581" y="11542"/>
                  </a:lnTo>
                  <a:lnTo>
                    <a:pt x="7487" y="11542"/>
                  </a:lnTo>
                  <a:lnTo>
                    <a:pt x="7464" y="11609"/>
                  </a:lnTo>
                  <a:lnTo>
                    <a:pt x="7440" y="11677"/>
                  </a:lnTo>
                  <a:lnTo>
                    <a:pt x="7417" y="11744"/>
                  </a:lnTo>
                  <a:lnTo>
                    <a:pt x="7395" y="11811"/>
                  </a:lnTo>
                  <a:lnTo>
                    <a:pt x="7373" y="11878"/>
                  </a:lnTo>
                  <a:lnTo>
                    <a:pt x="7351" y="11943"/>
                  </a:lnTo>
                  <a:lnTo>
                    <a:pt x="7330" y="12008"/>
                  </a:lnTo>
                  <a:lnTo>
                    <a:pt x="7309" y="12074"/>
                  </a:lnTo>
                  <a:lnTo>
                    <a:pt x="3890" y="12499"/>
                  </a:lnTo>
                  <a:close/>
                  <a:moveTo>
                    <a:pt x="6835" y="13637"/>
                  </a:moveTo>
                  <a:lnTo>
                    <a:pt x="4342" y="13948"/>
                  </a:lnTo>
                  <a:lnTo>
                    <a:pt x="4325" y="13899"/>
                  </a:lnTo>
                  <a:lnTo>
                    <a:pt x="4309" y="13850"/>
                  </a:lnTo>
                  <a:lnTo>
                    <a:pt x="4290" y="13799"/>
                  </a:lnTo>
                  <a:lnTo>
                    <a:pt x="4273" y="13747"/>
                  </a:lnTo>
                  <a:lnTo>
                    <a:pt x="4256" y="13693"/>
                  </a:lnTo>
                  <a:lnTo>
                    <a:pt x="4238" y="13638"/>
                  </a:lnTo>
                  <a:lnTo>
                    <a:pt x="4220" y="13582"/>
                  </a:lnTo>
                  <a:lnTo>
                    <a:pt x="4202" y="13524"/>
                  </a:lnTo>
                  <a:lnTo>
                    <a:pt x="4183" y="13465"/>
                  </a:lnTo>
                  <a:lnTo>
                    <a:pt x="4164" y="13403"/>
                  </a:lnTo>
                  <a:lnTo>
                    <a:pt x="4145" y="13340"/>
                  </a:lnTo>
                  <a:lnTo>
                    <a:pt x="4124" y="13276"/>
                  </a:lnTo>
                  <a:lnTo>
                    <a:pt x="4104" y="13210"/>
                  </a:lnTo>
                  <a:lnTo>
                    <a:pt x="4083" y="13141"/>
                  </a:lnTo>
                  <a:lnTo>
                    <a:pt x="4062" y="13070"/>
                  </a:lnTo>
                  <a:lnTo>
                    <a:pt x="4041" y="12998"/>
                  </a:lnTo>
                  <a:lnTo>
                    <a:pt x="4038" y="12990"/>
                  </a:lnTo>
                  <a:lnTo>
                    <a:pt x="4036" y="12983"/>
                  </a:lnTo>
                  <a:lnTo>
                    <a:pt x="7149" y="12594"/>
                  </a:lnTo>
                  <a:lnTo>
                    <a:pt x="7132" y="12651"/>
                  </a:lnTo>
                  <a:lnTo>
                    <a:pt x="7116" y="12707"/>
                  </a:lnTo>
                  <a:lnTo>
                    <a:pt x="7098" y="12763"/>
                  </a:lnTo>
                  <a:lnTo>
                    <a:pt x="7081" y="12819"/>
                  </a:lnTo>
                  <a:lnTo>
                    <a:pt x="7064" y="12876"/>
                  </a:lnTo>
                  <a:lnTo>
                    <a:pt x="7047" y="12931"/>
                  </a:lnTo>
                  <a:lnTo>
                    <a:pt x="7031" y="12985"/>
                  </a:lnTo>
                  <a:lnTo>
                    <a:pt x="7016" y="13038"/>
                  </a:lnTo>
                  <a:lnTo>
                    <a:pt x="6992" y="13121"/>
                  </a:lnTo>
                  <a:lnTo>
                    <a:pt x="6968" y="13202"/>
                  </a:lnTo>
                  <a:lnTo>
                    <a:pt x="6945" y="13280"/>
                  </a:lnTo>
                  <a:lnTo>
                    <a:pt x="6921" y="13355"/>
                  </a:lnTo>
                  <a:lnTo>
                    <a:pt x="6899" y="13429"/>
                  </a:lnTo>
                  <a:lnTo>
                    <a:pt x="6878" y="13500"/>
                  </a:lnTo>
                  <a:lnTo>
                    <a:pt x="6856" y="13570"/>
                  </a:lnTo>
                  <a:lnTo>
                    <a:pt x="6835" y="13637"/>
                  </a:lnTo>
                  <a:close/>
                  <a:moveTo>
                    <a:pt x="5532" y="0"/>
                  </a:moveTo>
                  <a:lnTo>
                    <a:pt x="5247" y="7"/>
                  </a:lnTo>
                  <a:lnTo>
                    <a:pt x="4966" y="28"/>
                  </a:lnTo>
                  <a:lnTo>
                    <a:pt x="4689" y="63"/>
                  </a:lnTo>
                  <a:lnTo>
                    <a:pt x="4417" y="112"/>
                  </a:lnTo>
                  <a:lnTo>
                    <a:pt x="4149" y="174"/>
                  </a:lnTo>
                  <a:lnTo>
                    <a:pt x="3886" y="248"/>
                  </a:lnTo>
                  <a:lnTo>
                    <a:pt x="3630" y="335"/>
                  </a:lnTo>
                  <a:lnTo>
                    <a:pt x="3378" y="434"/>
                  </a:lnTo>
                  <a:lnTo>
                    <a:pt x="3133" y="544"/>
                  </a:lnTo>
                  <a:lnTo>
                    <a:pt x="2894" y="666"/>
                  </a:lnTo>
                  <a:lnTo>
                    <a:pt x="2663" y="799"/>
                  </a:lnTo>
                  <a:lnTo>
                    <a:pt x="2439" y="942"/>
                  </a:lnTo>
                  <a:lnTo>
                    <a:pt x="2222" y="1097"/>
                  </a:lnTo>
                  <a:lnTo>
                    <a:pt x="2013" y="1261"/>
                  </a:lnTo>
                  <a:lnTo>
                    <a:pt x="1812" y="1434"/>
                  </a:lnTo>
                  <a:lnTo>
                    <a:pt x="1620" y="1617"/>
                  </a:lnTo>
                  <a:lnTo>
                    <a:pt x="1437" y="1809"/>
                  </a:lnTo>
                  <a:lnTo>
                    <a:pt x="1263" y="2009"/>
                  </a:lnTo>
                  <a:lnTo>
                    <a:pt x="1099" y="2217"/>
                  </a:lnTo>
                  <a:lnTo>
                    <a:pt x="944" y="2434"/>
                  </a:lnTo>
                  <a:lnTo>
                    <a:pt x="801" y="2658"/>
                  </a:lnTo>
                  <a:lnTo>
                    <a:pt x="668" y="2888"/>
                  </a:lnTo>
                  <a:lnTo>
                    <a:pt x="545" y="3127"/>
                  </a:lnTo>
                  <a:lnTo>
                    <a:pt x="434" y="3371"/>
                  </a:lnTo>
                  <a:lnTo>
                    <a:pt x="336" y="3622"/>
                  </a:lnTo>
                  <a:lnTo>
                    <a:pt x="248" y="3879"/>
                  </a:lnTo>
                  <a:lnTo>
                    <a:pt x="174" y="4141"/>
                  </a:lnTo>
                  <a:lnTo>
                    <a:pt x="113" y="4408"/>
                  </a:lnTo>
                  <a:lnTo>
                    <a:pt x="63" y="4679"/>
                  </a:lnTo>
                  <a:lnTo>
                    <a:pt x="28" y="4956"/>
                  </a:lnTo>
                  <a:lnTo>
                    <a:pt x="7" y="5236"/>
                  </a:lnTo>
                  <a:lnTo>
                    <a:pt x="0" y="5520"/>
                  </a:lnTo>
                  <a:lnTo>
                    <a:pt x="5" y="5710"/>
                  </a:lnTo>
                  <a:lnTo>
                    <a:pt x="21" y="5900"/>
                  </a:lnTo>
                  <a:lnTo>
                    <a:pt x="46" y="6092"/>
                  </a:lnTo>
                  <a:lnTo>
                    <a:pt x="81" y="6284"/>
                  </a:lnTo>
                  <a:lnTo>
                    <a:pt x="125" y="6475"/>
                  </a:lnTo>
                  <a:lnTo>
                    <a:pt x="176" y="6668"/>
                  </a:lnTo>
                  <a:lnTo>
                    <a:pt x="234" y="6861"/>
                  </a:lnTo>
                  <a:lnTo>
                    <a:pt x="301" y="7053"/>
                  </a:lnTo>
                  <a:lnTo>
                    <a:pt x="373" y="7247"/>
                  </a:lnTo>
                  <a:lnTo>
                    <a:pt x="451" y="7440"/>
                  </a:lnTo>
                  <a:lnTo>
                    <a:pt x="534" y="7634"/>
                  </a:lnTo>
                  <a:lnTo>
                    <a:pt x="623" y="7826"/>
                  </a:lnTo>
                  <a:lnTo>
                    <a:pt x="715" y="8020"/>
                  </a:lnTo>
                  <a:lnTo>
                    <a:pt x="811" y="8213"/>
                  </a:lnTo>
                  <a:lnTo>
                    <a:pt x="910" y="8405"/>
                  </a:lnTo>
                  <a:lnTo>
                    <a:pt x="1012" y="8597"/>
                  </a:lnTo>
                  <a:lnTo>
                    <a:pt x="1115" y="8789"/>
                  </a:lnTo>
                  <a:lnTo>
                    <a:pt x="1221" y="8980"/>
                  </a:lnTo>
                  <a:lnTo>
                    <a:pt x="1327" y="9171"/>
                  </a:lnTo>
                  <a:lnTo>
                    <a:pt x="1433" y="9361"/>
                  </a:lnTo>
                  <a:lnTo>
                    <a:pt x="1539" y="9550"/>
                  </a:lnTo>
                  <a:lnTo>
                    <a:pt x="1644" y="9739"/>
                  </a:lnTo>
                  <a:lnTo>
                    <a:pt x="1748" y="9927"/>
                  </a:lnTo>
                  <a:lnTo>
                    <a:pt x="1850" y="10115"/>
                  </a:lnTo>
                  <a:lnTo>
                    <a:pt x="1949" y="10300"/>
                  </a:lnTo>
                  <a:lnTo>
                    <a:pt x="2046" y="10485"/>
                  </a:lnTo>
                  <a:lnTo>
                    <a:pt x="2138" y="10670"/>
                  </a:lnTo>
                  <a:lnTo>
                    <a:pt x="2228" y="10852"/>
                  </a:lnTo>
                  <a:lnTo>
                    <a:pt x="2311" y="11033"/>
                  </a:lnTo>
                  <a:lnTo>
                    <a:pt x="2391" y="11214"/>
                  </a:lnTo>
                  <a:lnTo>
                    <a:pt x="2463" y="11392"/>
                  </a:lnTo>
                  <a:lnTo>
                    <a:pt x="2529" y="11569"/>
                  </a:lnTo>
                  <a:lnTo>
                    <a:pt x="2621" y="11829"/>
                  </a:lnTo>
                  <a:lnTo>
                    <a:pt x="2706" y="12083"/>
                  </a:lnTo>
                  <a:lnTo>
                    <a:pt x="2787" y="12329"/>
                  </a:lnTo>
                  <a:lnTo>
                    <a:pt x="2861" y="12568"/>
                  </a:lnTo>
                  <a:lnTo>
                    <a:pt x="2933" y="12801"/>
                  </a:lnTo>
                  <a:lnTo>
                    <a:pt x="3000" y="13026"/>
                  </a:lnTo>
                  <a:lnTo>
                    <a:pt x="3065" y="13245"/>
                  </a:lnTo>
                  <a:lnTo>
                    <a:pt x="3128" y="13456"/>
                  </a:lnTo>
                  <a:lnTo>
                    <a:pt x="3188" y="13658"/>
                  </a:lnTo>
                  <a:lnTo>
                    <a:pt x="3248" y="13855"/>
                  </a:lnTo>
                  <a:lnTo>
                    <a:pt x="3308" y="14043"/>
                  </a:lnTo>
                  <a:lnTo>
                    <a:pt x="3367" y="14223"/>
                  </a:lnTo>
                  <a:lnTo>
                    <a:pt x="3428" y="14396"/>
                  </a:lnTo>
                  <a:lnTo>
                    <a:pt x="3489" y="14562"/>
                  </a:lnTo>
                  <a:lnTo>
                    <a:pt x="3552" y="14718"/>
                  </a:lnTo>
                  <a:lnTo>
                    <a:pt x="3619" y="14867"/>
                  </a:lnTo>
                  <a:lnTo>
                    <a:pt x="3688" y="15007"/>
                  </a:lnTo>
                  <a:lnTo>
                    <a:pt x="3761" y="15140"/>
                  </a:lnTo>
                  <a:lnTo>
                    <a:pt x="3839" y="15263"/>
                  </a:lnTo>
                  <a:lnTo>
                    <a:pt x="3922" y="15379"/>
                  </a:lnTo>
                  <a:lnTo>
                    <a:pt x="4011" y="15485"/>
                  </a:lnTo>
                  <a:lnTo>
                    <a:pt x="4105" y="15582"/>
                  </a:lnTo>
                  <a:lnTo>
                    <a:pt x="4207" y="15672"/>
                  </a:lnTo>
                  <a:lnTo>
                    <a:pt x="4316" y="15752"/>
                  </a:lnTo>
                  <a:lnTo>
                    <a:pt x="4433" y="15822"/>
                  </a:lnTo>
                  <a:lnTo>
                    <a:pt x="4559" y="15884"/>
                  </a:lnTo>
                  <a:lnTo>
                    <a:pt x="4694" y="15937"/>
                  </a:lnTo>
                  <a:lnTo>
                    <a:pt x="4840" y="15981"/>
                  </a:lnTo>
                  <a:lnTo>
                    <a:pt x="4995" y="16014"/>
                  </a:lnTo>
                  <a:lnTo>
                    <a:pt x="5161" y="16038"/>
                  </a:lnTo>
                  <a:lnTo>
                    <a:pt x="5340" y="16053"/>
                  </a:lnTo>
                  <a:lnTo>
                    <a:pt x="5532" y="16058"/>
                  </a:lnTo>
                  <a:lnTo>
                    <a:pt x="5726" y="16053"/>
                  </a:lnTo>
                  <a:lnTo>
                    <a:pt x="5907" y="16039"/>
                  </a:lnTo>
                  <a:lnTo>
                    <a:pt x="6076" y="16014"/>
                  </a:lnTo>
                  <a:lnTo>
                    <a:pt x="6232" y="15981"/>
                  </a:lnTo>
                  <a:lnTo>
                    <a:pt x="6379" y="15938"/>
                  </a:lnTo>
                  <a:lnTo>
                    <a:pt x="6516" y="15885"/>
                  </a:lnTo>
                  <a:lnTo>
                    <a:pt x="6643" y="15823"/>
                  </a:lnTo>
                  <a:lnTo>
                    <a:pt x="6760" y="15753"/>
                  </a:lnTo>
                  <a:lnTo>
                    <a:pt x="6870" y="15673"/>
                  </a:lnTo>
                  <a:lnTo>
                    <a:pt x="6972" y="15584"/>
                  </a:lnTo>
                  <a:lnTo>
                    <a:pt x="7066" y="15487"/>
                  </a:lnTo>
                  <a:lnTo>
                    <a:pt x="7155" y="15381"/>
                  </a:lnTo>
                  <a:lnTo>
                    <a:pt x="7237" y="15266"/>
                  </a:lnTo>
                  <a:lnTo>
                    <a:pt x="7315" y="15143"/>
                  </a:lnTo>
                  <a:lnTo>
                    <a:pt x="7387" y="15011"/>
                  </a:lnTo>
                  <a:lnTo>
                    <a:pt x="7455" y="14871"/>
                  </a:lnTo>
                  <a:lnTo>
                    <a:pt x="7521" y="14723"/>
                  </a:lnTo>
                  <a:lnTo>
                    <a:pt x="7584" y="14567"/>
                  </a:lnTo>
                  <a:lnTo>
                    <a:pt x="7645" y="14402"/>
                  </a:lnTo>
                  <a:lnTo>
                    <a:pt x="7704" y="14229"/>
                  </a:lnTo>
                  <a:lnTo>
                    <a:pt x="7762" y="14050"/>
                  </a:lnTo>
                  <a:lnTo>
                    <a:pt x="7821" y="13862"/>
                  </a:lnTo>
                  <a:lnTo>
                    <a:pt x="7880" y="13666"/>
                  </a:lnTo>
                  <a:lnTo>
                    <a:pt x="7939" y="13464"/>
                  </a:lnTo>
                  <a:lnTo>
                    <a:pt x="8002" y="13253"/>
                  </a:lnTo>
                  <a:lnTo>
                    <a:pt x="8065" y="13035"/>
                  </a:lnTo>
                  <a:lnTo>
                    <a:pt x="8132" y="12810"/>
                  </a:lnTo>
                  <a:lnTo>
                    <a:pt x="8203" y="12578"/>
                  </a:lnTo>
                  <a:lnTo>
                    <a:pt x="8277" y="12340"/>
                  </a:lnTo>
                  <a:lnTo>
                    <a:pt x="8357" y="12094"/>
                  </a:lnTo>
                  <a:lnTo>
                    <a:pt x="8442" y="11841"/>
                  </a:lnTo>
                  <a:lnTo>
                    <a:pt x="8534" y="11581"/>
                  </a:lnTo>
                  <a:lnTo>
                    <a:pt x="8600" y="11403"/>
                  </a:lnTo>
                  <a:lnTo>
                    <a:pt x="8673" y="11224"/>
                  </a:lnTo>
                  <a:lnTo>
                    <a:pt x="8752" y="11043"/>
                  </a:lnTo>
                  <a:lnTo>
                    <a:pt x="8836" y="10861"/>
                  </a:lnTo>
                  <a:lnTo>
                    <a:pt x="8926" y="10678"/>
                  </a:lnTo>
                  <a:lnTo>
                    <a:pt x="9018" y="10493"/>
                  </a:lnTo>
                  <a:lnTo>
                    <a:pt x="9115" y="10307"/>
                  </a:lnTo>
                  <a:lnTo>
                    <a:pt x="9214" y="10121"/>
                  </a:lnTo>
                  <a:lnTo>
                    <a:pt x="9316" y="9932"/>
                  </a:lnTo>
                  <a:lnTo>
                    <a:pt x="9421" y="9743"/>
                  </a:lnTo>
                  <a:lnTo>
                    <a:pt x="9525" y="9554"/>
                  </a:lnTo>
                  <a:lnTo>
                    <a:pt x="9632" y="9363"/>
                  </a:lnTo>
                  <a:lnTo>
                    <a:pt x="9737" y="9172"/>
                  </a:lnTo>
                  <a:lnTo>
                    <a:pt x="9844" y="8980"/>
                  </a:lnTo>
                  <a:lnTo>
                    <a:pt x="9949" y="8788"/>
                  </a:lnTo>
                  <a:lnTo>
                    <a:pt x="10052" y="8596"/>
                  </a:lnTo>
                  <a:lnTo>
                    <a:pt x="10154" y="8402"/>
                  </a:lnTo>
                  <a:lnTo>
                    <a:pt x="10253" y="8210"/>
                  </a:lnTo>
                  <a:lnTo>
                    <a:pt x="10349" y="8016"/>
                  </a:lnTo>
                  <a:lnTo>
                    <a:pt x="10441" y="7822"/>
                  </a:lnTo>
                  <a:lnTo>
                    <a:pt x="10529" y="7629"/>
                  </a:lnTo>
                  <a:lnTo>
                    <a:pt x="10612" y="7435"/>
                  </a:lnTo>
                  <a:lnTo>
                    <a:pt x="10691" y="7241"/>
                  </a:lnTo>
                  <a:lnTo>
                    <a:pt x="10763" y="7048"/>
                  </a:lnTo>
                  <a:lnTo>
                    <a:pt x="10829" y="6856"/>
                  </a:lnTo>
                  <a:lnTo>
                    <a:pt x="10888" y="6663"/>
                  </a:lnTo>
                  <a:lnTo>
                    <a:pt x="10939" y="6470"/>
                  </a:lnTo>
                  <a:lnTo>
                    <a:pt x="10983" y="6280"/>
                  </a:lnTo>
                  <a:lnTo>
                    <a:pt x="11017" y="6088"/>
                  </a:lnTo>
                  <a:lnTo>
                    <a:pt x="11042" y="5898"/>
                  </a:lnTo>
                  <a:lnTo>
                    <a:pt x="11058" y="5709"/>
                  </a:lnTo>
                  <a:lnTo>
                    <a:pt x="11063" y="5520"/>
                  </a:lnTo>
                  <a:lnTo>
                    <a:pt x="11056" y="5236"/>
                  </a:lnTo>
                  <a:lnTo>
                    <a:pt x="11035" y="4956"/>
                  </a:lnTo>
                  <a:lnTo>
                    <a:pt x="11000" y="4679"/>
                  </a:lnTo>
                  <a:lnTo>
                    <a:pt x="10950" y="4408"/>
                  </a:lnTo>
                  <a:lnTo>
                    <a:pt x="10889" y="4141"/>
                  </a:lnTo>
                  <a:lnTo>
                    <a:pt x="10815" y="3879"/>
                  </a:lnTo>
                  <a:lnTo>
                    <a:pt x="10727" y="3622"/>
                  </a:lnTo>
                  <a:lnTo>
                    <a:pt x="10629" y="3371"/>
                  </a:lnTo>
                  <a:lnTo>
                    <a:pt x="10518" y="3127"/>
                  </a:lnTo>
                  <a:lnTo>
                    <a:pt x="10395" y="2888"/>
                  </a:lnTo>
                  <a:lnTo>
                    <a:pt x="10262" y="2658"/>
                  </a:lnTo>
                  <a:lnTo>
                    <a:pt x="10119" y="2434"/>
                  </a:lnTo>
                  <a:lnTo>
                    <a:pt x="9964" y="2217"/>
                  </a:lnTo>
                  <a:lnTo>
                    <a:pt x="9800" y="2009"/>
                  </a:lnTo>
                  <a:lnTo>
                    <a:pt x="9626" y="1809"/>
                  </a:lnTo>
                  <a:lnTo>
                    <a:pt x="9443" y="1617"/>
                  </a:lnTo>
                  <a:lnTo>
                    <a:pt x="9251" y="1434"/>
                  </a:lnTo>
                  <a:lnTo>
                    <a:pt x="9050" y="1261"/>
                  </a:lnTo>
                  <a:lnTo>
                    <a:pt x="8841" y="1097"/>
                  </a:lnTo>
                  <a:lnTo>
                    <a:pt x="8624" y="942"/>
                  </a:lnTo>
                  <a:lnTo>
                    <a:pt x="8400" y="799"/>
                  </a:lnTo>
                  <a:lnTo>
                    <a:pt x="8169" y="666"/>
                  </a:lnTo>
                  <a:lnTo>
                    <a:pt x="7929" y="544"/>
                  </a:lnTo>
                  <a:lnTo>
                    <a:pt x="7685" y="434"/>
                  </a:lnTo>
                  <a:lnTo>
                    <a:pt x="7433" y="335"/>
                  </a:lnTo>
                  <a:lnTo>
                    <a:pt x="7176" y="248"/>
                  </a:lnTo>
                  <a:lnTo>
                    <a:pt x="6913" y="174"/>
                  </a:lnTo>
                  <a:lnTo>
                    <a:pt x="6646" y="112"/>
                  </a:lnTo>
                  <a:lnTo>
                    <a:pt x="6374" y="63"/>
                  </a:lnTo>
                  <a:lnTo>
                    <a:pt x="6097" y="28"/>
                  </a:lnTo>
                  <a:lnTo>
                    <a:pt x="5816" y="7"/>
                  </a:lnTo>
                  <a:lnTo>
                    <a:pt x="553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82880" tIns="91440" rIns="182880" bIns="9144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8255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4400" b="0" i="0" u="none" strike="noStrike" kern="0" cap="none" spc="0" normalizeH="0" baseline="0" noProof="0">
                <a:ln>
                  <a:noFill/>
                </a:ln>
                <a:solidFill>
                  <a:srgbClr val="454752"/>
                </a:solidFill>
                <a:effectLst/>
                <a:uLnTx/>
                <a:uFillTx/>
                <a:latin typeface="Helvetica Neue Medium" panose="02000503000000020004"/>
                <a:ea typeface="微软雅黑"/>
                <a:cs typeface="+mn-cs"/>
                <a:sym typeface="Helvetica Neue Medium" panose="02000503000000020004"/>
              </a:endParaRPr>
            </a:p>
          </p:txBody>
        </p:sp>
        <p:sp>
          <p:nvSpPr>
            <p:cNvPr id="33" name="Freeform 101"/>
            <p:cNvSpPr/>
            <p:nvPr/>
          </p:nvSpPr>
          <p:spPr bwMode="auto">
            <a:xfrm>
              <a:off x="8699500" y="2173288"/>
              <a:ext cx="139700" cy="139700"/>
            </a:xfrm>
            <a:custGeom>
              <a:avLst/>
              <a:gdLst>
                <a:gd name="T0" fmla="*/ 2559 w 3269"/>
                <a:gd name="T1" fmla="*/ 35 h 3262"/>
                <a:gd name="T2" fmla="*/ 1981 w 3269"/>
                <a:gd name="T3" fmla="*/ 183 h 3262"/>
                <a:gd name="T4" fmla="*/ 1455 w 3269"/>
                <a:gd name="T5" fmla="*/ 437 h 3262"/>
                <a:gd name="T6" fmla="*/ 990 w 3269"/>
                <a:gd name="T7" fmla="*/ 783 h 3262"/>
                <a:gd name="T8" fmla="*/ 601 w 3269"/>
                <a:gd name="T9" fmla="*/ 1210 h 3262"/>
                <a:gd name="T10" fmla="*/ 298 w 3269"/>
                <a:gd name="T11" fmla="*/ 1706 h 3262"/>
                <a:gd name="T12" fmla="*/ 96 w 3269"/>
                <a:gd name="T13" fmla="*/ 2259 h 3262"/>
                <a:gd name="T14" fmla="*/ 4 w 3269"/>
                <a:gd name="T15" fmla="*/ 2856 h 3262"/>
                <a:gd name="T16" fmla="*/ 3 w 3269"/>
                <a:gd name="T17" fmla="*/ 3049 h 3262"/>
                <a:gd name="T18" fmla="*/ 15 w 3269"/>
                <a:gd name="T19" fmla="*/ 3097 h 3262"/>
                <a:gd name="T20" fmla="*/ 37 w 3269"/>
                <a:gd name="T21" fmla="*/ 3141 h 3262"/>
                <a:gd name="T22" fmla="*/ 66 w 3269"/>
                <a:gd name="T23" fmla="*/ 3180 h 3262"/>
                <a:gd name="T24" fmla="*/ 101 w 3269"/>
                <a:gd name="T25" fmla="*/ 3212 h 3262"/>
                <a:gd name="T26" fmla="*/ 143 w 3269"/>
                <a:gd name="T27" fmla="*/ 3237 h 3262"/>
                <a:gd name="T28" fmla="*/ 189 w 3269"/>
                <a:gd name="T29" fmla="*/ 3254 h 3262"/>
                <a:gd name="T30" fmla="*/ 239 w 3269"/>
                <a:gd name="T31" fmla="*/ 3262 h 3262"/>
                <a:gd name="T32" fmla="*/ 290 w 3269"/>
                <a:gd name="T33" fmla="*/ 3259 h 3262"/>
                <a:gd name="T34" fmla="*/ 338 w 3269"/>
                <a:gd name="T35" fmla="*/ 3247 h 3262"/>
                <a:gd name="T36" fmla="*/ 382 w 3269"/>
                <a:gd name="T37" fmla="*/ 3226 h 3262"/>
                <a:gd name="T38" fmla="*/ 421 w 3269"/>
                <a:gd name="T39" fmla="*/ 3197 h 3262"/>
                <a:gd name="T40" fmla="*/ 453 w 3269"/>
                <a:gd name="T41" fmla="*/ 3161 h 3262"/>
                <a:gd name="T42" fmla="*/ 478 w 3269"/>
                <a:gd name="T43" fmla="*/ 3119 h 3262"/>
                <a:gd name="T44" fmla="*/ 495 w 3269"/>
                <a:gd name="T45" fmla="*/ 3073 h 3262"/>
                <a:gd name="T46" fmla="*/ 503 w 3269"/>
                <a:gd name="T47" fmla="*/ 3024 h 3262"/>
                <a:gd name="T48" fmla="*/ 532 w 3269"/>
                <a:gd name="T49" fmla="*/ 2630 h 3262"/>
                <a:gd name="T50" fmla="*/ 656 w 3269"/>
                <a:gd name="T51" fmla="*/ 2149 h 3262"/>
                <a:gd name="T52" fmla="*/ 867 w 3269"/>
                <a:gd name="T53" fmla="*/ 1711 h 3262"/>
                <a:gd name="T54" fmla="*/ 1157 w 3269"/>
                <a:gd name="T55" fmla="*/ 1325 h 3262"/>
                <a:gd name="T56" fmla="*/ 1514 w 3269"/>
                <a:gd name="T57" fmla="*/ 1001 h 3262"/>
                <a:gd name="T58" fmla="*/ 1928 w 3269"/>
                <a:gd name="T59" fmla="*/ 750 h 3262"/>
                <a:gd name="T60" fmla="*/ 2390 w 3269"/>
                <a:gd name="T61" fmla="*/ 581 h 3262"/>
                <a:gd name="T62" fmla="*/ 2889 w 3269"/>
                <a:gd name="T63" fmla="*/ 505 h 3262"/>
                <a:gd name="T64" fmla="*/ 3056 w 3269"/>
                <a:gd name="T65" fmla="*/ 499 h 3262"/>
                <a:gd name="T66" fmla="*/ 3104 w 3269"/>
                <a:gd name="T67" fmla="*/ 487 h 3262"/>
                <a:gd name="T68" fmla="*/ 3148 w 3269"/>
                <a:gd name="T69" fmla="*/ 466 h 3262"/>
                <a:gd name="T70" fmla="*/ 3186 w 3269"/>
                <a:gd name="T71" fmla="*/ 437 h 3262"/>
                <a:gd name="T72" fmla="*/ 3219 w 3269"/>
                <a:gd name="T73" fmla="*/ 402 h 3262"/>
                <a:gd name="T74" fmla="*/ 3244 w 3269"/>
                <a:gd name="T75" fmla="*/ 359 h 3262"/>
                <a:gd name="T76" fmla="*/ 3261 w 3269"/>
                <a:gd name="T77" fmla="*/ 314 h 3262"/>
                <a:gd name="T78" fmla="*/ 3269 w 3269"/>
                <a:gd name="T79" fmla="*/ 264 h 3262"/>
                <a:gd name="T80" fmla="*/ 3266 w 3269"/>
                <a:gd name="T81" fmla="*/ 213 h 3262"/>
                <a:gd name="T82" fmla="*/ 3254 w 3269"/>
                <a:gd name="T83" fmla="*/ 165 h 3262"/>
                <a:gd name="T84" fmla="*/ 3233 w 3269"/>
                <a:gd name="T85" fmla="*/ 120 h 3262"/>
                <a:gd name="T86" fmla="*/ 3204 w 3269"/>
                <a:gd name="T87" fmla="*/ 82 h 3262"/>
                <a:gd name="T88" fmla="*/ 3168 w 3269"/>
                <a:gd name="T89" fmla="*/ 50 h 3262"/>
                <a:gd name="T90" fmla="*/ 3126 w 3269"/>
                <a:gd name="T91" fmla="*/ 25 h 3262"/>
                <a:gd name="T92" fmla="*/ 3080 w 3269"/>
                <a:gd name="T93" fmla="*/ 8 h 3262"/>
                <a:gd name="T94" fmla="*/ 3031 w 3269"/>
                <a:gd name="T95" fmla="*/ 0 h 3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3269" h="3262">
                  <a:moveTo>
                    <a:pt x="3018" y="0"/>
                  </a:moveTo>
                  <a:lnTo>
                    <a:pt x="2863" y="4"/>
                  </a:lnTo>
                  <a:lnTo>
                    <a:pt x="2710" y="15"/>
                  </a:lnTo>
                  <a:lnTo>
                    <a:pt x="2559" y="35"/>
                  </a:lnTo>
                  <a:lnTo>
                    <a:pt x="2410" y="61"/>
                  </a:lnTo>
                  <a:lnTo>
                    <a:pt x="2264" y="95"/>
                  </a:lnTo>
                  <a:lnTo>
                    <a:pt x="2121" y="136"/>
                  </a:lnTo>
                  <a:lnTo>
                    <a:pt x="1981" y="183"/>
                  </a:lnTo>
                  <a:lnTo>
                    <a:pt x="1844" y="237"/>
                  </a:lnTo>
                  <a:lnTo>
                    <a:pt x="1710" y="297"/>
                  </a:lnTo>
                  <a:lnTo>
                    <a:pt x="1580" y="364"/>
                  </a:lnTo>
                  <a:lnTo>
                    <a:pt x="1455" y="437"/>
                  </a:lnTo>
                  <a:lnTo>
                    <a:pt x="1332" y="515"/>
                  </a:lnTo>
                  <a:lnTo>
                    <a:pt x="1213" y="599"/>
                  </a:lnTo>
                  <a:lnTo>
                    <a:pt x="1100" y="689"/>
                  </a:lnTo>
                  <a:lnTo>
                    <a:pt x="990" y="783"/>
                  </a:lnTo>
                  <a:lnTo>
                    <a:pt x="885" y="883"/>
                  </a:lnTo>
                  <a:lnTo>
                    <a:pt x="785" y="988"/>
                  </a:lnTo>
                  <a:lnTo>
                    <a:pt x="690" y="1097"/>
                  </a:lnTo>
                  <a:lnTo>
                    <a:pt x="601" y="1210"/>
                  </a:lnTo>
                  <a:lnTo>
                    <a:pt x="516" y="1329"/>
                  </a:lnTo>
                  <a:lnTo>
                    <a:pt x="438" y="1450"/>
                  </a:lnTo>
                  <a:lnTo>
                    <a:pt x="365" y="1577"/>
                  </a:lnTo>
                  <a:lnTo>
                    <a:pt x="298" y="1706"/>
                  </a:lnTo>
                  <a:lnTo>
                    <a:pt x="238" y="1840"/>
                  </a:lnTo>
                  <a:lnTo>
                    <a:pt x="183" y="1976"/>
                  </a:lnTo>
                  <a:lnTo>
                    <a:pt x="136" y="2117"/>
                  </a:lnTo>
                  <a:lnTo>
                    <a:pt x="96" y="2259"/>
                  </a:lnTo>
                  <a:lnTo>
                    <a:pt x="62" y="2405"/>
                  </a:lnTo>
                  <a:lnTo>
                    <a:pt x="36" y="2553"/>
                  </a:lnTo>
                  <a:lnTo>
                    <a:pt x="16" y="2704"/>
                  </a:lnTo>
                  <a:lnTo>
                    <a:pt x="4" y="2856"/>
                  </a:lnTo>
                  <a:lnTo>
                    <a:pt x="0" y="3011"/>
                  </a:lnTo>
                  <a:lnTo>
                    <a:pt x="0" y="3024"/>
                  </a:lnTo>
                  <a:lnTo>
                    <a:pt x="1" y="3037"/>
                  </a:lnTo>
                  <a:lnTo>
                    <a:pt x="3" y="3049"/>
                  </a:lnTo>
                  <a:lnTo>
                    <a:pt x="5" y="3061"/>
                  </a:lnTo>
                  <a:lnTo>
                    <a:pt x="8" y="3073"/>
                  </a:lnTo>
                  <a:lnTo>
                    <a:pt x="11" y="3085"/>
                  </a:lnTo>
                  <a:lnTo>
                    <a:pt x="15" y="3097"/>
                  </a:lnTo>
                  <a:lnTo>
                    <a:pt x="20" y="3108"/>
                  </a:lnTo>
                  <a:lnTo>
                    <a:pt x="25" y="3119"/>
                  </a:lnTo>
                  <a:lnTo>
                    <a:pt x="30" y="3130"/>
                  </a:lnTo>
                  <a:lnTo>
                    <a:pt x="37" y="3141"/>
                  </a:lnTo>
                  <a:lnTo>
                    <a:pt x="44" y="3151"/>
                  </a:lnTo>
                  <a:lnTo>
                    <a:pt x="51" y="3161"/>
                  </a:lnTo>
                  <a:lnTo>
                    <a:pt x="58" y="3171"/>
                  </a:lnTo>
                  <a:lnTo>
                    <a:pt x="66" y="3180"/>
                  </a:lnTo>
                  <a:lnTo>
                    <a:pt x="74" y="3189"/>
                  </a:lnTo>
                  <a:lnTo>
                    <a:pt x="83" y="3197"/>
                  </a:lnTo>
                  <a:lnTo>
                    <a:pt x="92" y="3205"/>
                  </a:lnTo>
                  <a:lnTo>
                    <a:pt x="101" y="3212"/>
                  </a:lnTo>
                  <a:lnTo>
                    <a:pt x="111" y="3219"/>
                  </a:lnTo>
                  <a:lnTo>
                    <a:pt x="121" y="3226"/>
                  </a:lnTo>
                  <a:lnTo>
                    <a:pt x="132" y="3232"/>
                  </a:lnTo>
                  <a:lnTo>
                    <a:pt x="143" y="3237"/>
                  </a:lnTo>
                  <a:lnTo>
                    <a:pt x="154" y="3242"/>
                  </a:lnTo>
                  <a:lnTo>
                    <a:pt x="165" y="3247"/>
                  </a:lnTo>
                  <a:lnTo>
                    <a:pt x="177" y="3251"/>
                  </a:lnTo>
                  <a:lnTo>
                    <a:pt x="189" y="3254"/>
                  </a:lnTo>
                  <a:lnTo>
                    <a:pt x="201" y="3257"/>
                  </a:lnTo>
                  <a:lnTo>
                    <a:pt x="214" y="3259"/>
                  </a:lnTo>
                  <a:lnTo>
                    <a:pt x="227" y="3261"/>
                  </a:lnTo>
                  <a:lnTo>
                    <a:pt x="239" y="3262"/>
                  </a:lnTo>
                  <a:lnTo>
                    <a:pt x="252" y="3262"/>
                  </a:lnTo>
                  <a:lnTo>
                    <a:pt x="265" y="3262"/>
                  </a:lnTo>
                  <a:lnTo>
                    <a:pt x="278" y="3261"/>
                  </a:lnTo>
                  <a:lnTo>
                    <a:pt x="290" y="3259"/>
                  </a:lnTo>
                  <a:lnTo>
                    <a:pt x="302" y="3257"/>
                  </a:lnTo>
                  <a:lnTo>
                    <a:pt x="315" y="3254"/>
                  </a:lnTo>
                  <a:lnTo>
                    <a:pt x="326" y="3251"/>
                  </a:lnTo>
                  <a:lnTo>
                    <a:pt x="338" y="3247"/>
                  </a:lnTo>
                  <a:lnTo>
                    <a:pt x="349" y="3242"/>
                  </a:lnTo>
                  <a:lnTo>
                    <a:pt x="360" y="3237"/>
                  </a:lnTo>
                  <a:lnTo>
                    <a:pt x="371" y="3232"/>
                  </a:lnTo>
                  <a:lnTo>
                    <a:pt x="382" y="3226"/>
                  </a:lnTo>
                  <a:lnTo>
                    <a:pt x="393" y="3219"/>
                  </a:lnTo>
                  <a:lnTo>
                    <a:pt x="403" y="3212"/>
                  </a:lnTo>
                  <a:lnTo>
                    <a:pt x="412" y="3205"/>
                  </a:lnTo>
                  <a:lnTo>
                    <a:pt x="421" y="3197"/>
                  </a:lnTo>
                  <a:lnTo>
                    <a:pt x="430" y="3189"/>
                  </a:lnTo>
                  <a:lnTo>
                    <a:pt x="438" y="3180"/>
                  </a:lnTo>
                  <a:lnTo>
                    <a:pt x="446" y="3171"/>
                  </a:lnTo>
                  <a:lnTo>
                    <a:pt x="453" y="3161"/>
                  </a:lnTo>
                  <a:lnTo>
                    <a:pt x="460" y="3151"/>
                  </a:lnTo>
                  <a:lnTo>
                    <a:pt x="467" y="3141"/>
                  </a:lnTo>
                  <a:lnTo>
                    <a:pt x="473" y="3130"/>
                  </a:lnTo>
                  <a:lnTo>
                    <a:pt x="478" y="3119"/>
                  </a:lnTo>
                  <a:lnTo>
                    <a:pt x="483" y="3108"/>
                  </a:lnTo>
                  <a:lnTo>
                    <a:pt x="488" y="3097"/>
                  </a:lnTo>
                  <a:lnTo>
                    <a:pt x="492" y="3085"/>
                  </a:lnTo>
                  <a:lnTo>
                    <a:pt x="495" y="3073"/>
                  </a:lnTo>
                  <a:lnTo>
                    <a:pt x="498" y="3061"/>
                  </a:lnTo>
                  <a:lnTo>
                    <a:pt x="500" y="3049"/>
                  </a:lnTo>
                  <a:lnTo>
                    <a:pt x="502" y="3037"/>
                  </a:lnTo>
                  <a:lnTo>
                    <a:pt x="503" y="3024"/>
                  </a:lnTo>
                  <a:lnTo>
                    <a:pt x="503" y="3011"/>
                  </a:lnTo>
                  <a:lnTo>
                    <a:pt x="506" y="2882"/>
                  </a:lnTo>
                  <a:lnTo>
                    <a:pt x="516" y="2755"/>
                  </a:lnTo>
                  <a:lnTo>
                    <a:pt x="532" y="2630"/>
                  </a:lnTo>
                  <a:lnTo>
                    <a:pt x="554" y="2506"/>
                  </a:lnTo>
                  <a:lnTo>
                    <a:pt x="583" y="2385"/>
                  </a:lnTo>
                  <a:lnTo>
                    <a:pt x="617" y="2265"/>
                  </a:lnTo>
                  <a:lnTo>
                    <a:pt x="656" y="2149"/>
                  </a:lnTo>
                  <a:lnTo>
                    <a:pt x="701" y="2035"/>
                  </a:lnTo>
                  <a:lnTo>
                    <a:pt x="752" y="1924"/>
                  </a:lnTo>
                  <a:lnTo>
                    <a:pt x="807" y="1816"/>
                  </a:lnTo>
                  <a:lnTo>
                    <a:pt x="867" y="1711"/>
                  </a:lnTo>
                  <a:lnTo>
                    <a:pt x="934" y="1609"/>
                  </a:lnTo>
                  <a:lnTo>
                    <a:pt x="1003" y="1511"/>
                  </a:lnTo>
                  <a:lnTo>
                    <a:pt x="1078" y="1416"/>
                  </a:lnTo>
                  <a:lnTo>
                    <a:pt x="1157" y="1325"/>
                  </a:lnTo>
                  <a:lnTo>
                    <a:pt x="1240" y="1238"/>
                  </a:lnTo>
                  <a:lnTo>
                    <a:pt x="1328" y="1154"/>
                  </a:lnTo>
                  <a:lnTo>
                    <a:pt x="1419" y="1076"/>
                  </a:lnTo>
                  <a:lnTo>
                    <a:pt x="1514" y="1001"/>
                  </a:lnTo>
                  <a:lnTo>
                    <a:pt x="1612" y="931"/>
                  </a:lnTo>
                  <a:lnTo>
                    <a:pt x="1715" y="865"/>
                  </a:lnTo>
                  <a:lnTo>
                    <a:pt x="1820" y="805"/>
                  </a:lnTo>
                  <a:lnTo>
                    <a:pt x="1928" y="750"/>
                  </a:lnTo>
                  <a:lnTo>
                    <a:pt x="2040" y="700"/>
                  </a:lnTo>
                  <a:lnTo>
                    <a:pt x="2154" y="654"/>
                  </a:lnTo>
                  <a:lnTo>
                    <a:pt x="2270" y="615"/>
                  </a:lnTo>
                  <a:lnTo>
                    <a:pt x="2390" y="581"/>
                  </a:lnTo>
                  <a:lnTo>
                    <a:pt x="2512" y="553"/>
                  </a:lnTo>
                  <a:lnTo>
                    <a:pt x="2635" y="531"/>
                  </a:lnTo>
                  <a:lnTo>
                    <a:pt x="2761" y="515"/>
                  </a:lnTo>
                  <a:lnTo>
                    <a:pt x="2889" y="505"/>
                  </a:lnTo>
                  <a:lnTo>
                    <a:pt x="3018" y="502"/>
                  </a:lnTo>
                  <a:lnTo>
                    <a:pt x="3031" y="502"/>
                  </a:lnTo>
                  <a:lnTo>
                    <a:pt x="3044" y="501"/>
                  </a:lnTo>
                  <a:lnTo>
                    <a:pt x="3056" y="499"/>
                  </a:lnTo>
                  <a:lnTo>
                    <a:pt x="3068" y="497"/>
                  </a:lnTo>
                  <a:lnTo>
                    <a:pt x="3080" y="494"/>
                  </a:lnTo>
                  <a:lnTo>
                    <a:pt x="3092" y="491"/>
                  </a:lnTo>
                  <a:lnTo>
                    <a:pt x="3104" y="487"/>
                  </a:lnTo>
                  <a:lnTo>
                    <a:pt x="3115" y="482"/>
                  </a:lnTo>
                  <a:lnTo>
                    <a:pt x="3126" y="477"/>
                  </a:lnTo>
                  <a:lnTo>
                    <a:pt x="3137" y="472"/>
                  </a:lnTo>
                  <a:lnTo>
                    <a:pt x="3148" y="466"/>
                  </a:lnTo>
                  <a:lnTo>
                    <a:pt x="3158" y="459"/>
                  </a:lnTo>
                  <a:lnTo>
                    <a:pt x="3168" y="452"/>
                  </a:lnTo>
                  <a:lnTo>
                    <a:pt x="3177" y="445"/>
                  </a:lnTo>
                  <a:lnTo>
                    <a:pt x="3186" y="437"/>
                  </a:lnTo>
                  <a:lnTo>
                    <a:pt x="3196" y="429"/>
                  </a:lnTo>
                  <a:lnTo>
                    <a:pt x="3204" y="420"/>
                  </a:lnTo>
                  <a:lnTo>
                    <a:pt x="3212" y="411"/>
                  </a:lnTo>
                  <a:lnTo>
                    <a:pt x="3219" y="402"/>
                  </a:lnTo>
                  <a:lnTo>
                    <a:pt x="3226" y="391"/>
                  </a:lnTo>
                  <a:lnTo>
                    <a:pt x="3233" y="381"/>
                  </a:lnTo>
                  <a:lnTo>
                    <a:pt x="3239" y="370"/>
                  </a:lnTo>
                  <a:lnTo>
                    <a:pt x="3244" y="359"/>
                  </a:lnTo>
                  <a:lnTo>
                    <a:pt x="3249" y="348"/>
                  </a:lnTo>
                  <a:lnTo>
                    <a:pt x="3254" y="337"/>
                  </a:lnTo>
                  <a:lnTo>
                    <a:pt x="3258" y="325"/>
                  </a:lnTo>
                  <a:lnTo>
                    <a:pt x="3261" y="314"/>
                  </a:lnTo>
                  <a:lnTo>
                    <a:pt x="3264" y="301"/>
                  </a:lnTo>
                  <a:lnTo>
                    <a:pt x="3266" y="289"/>
                  </a:lnTo>
                  <a:lnTo>
                    <a:pt x="3268" y="277"/>
                  </a:lnTo>
                  <a:lnTo>
                    <a:pt x="3269" y="264"/>
                  </a:lnTo>
                  <a:lnTo>
                    <a:pt x="3269" y="251"/>
                  </a:lnTo>
                  <a:lnTo>
                    <a:pt x="3269" y="238"/>
                  </a:lnTo>
                  <a:lnTo>
                    <a:pt x="3268" y="226"/>
                  </a:lnTo>
                  <a:lnTo>
                    <a:pt x="3266" y="213"/>
                  </a:lnTo>
                  <a:lnTo>
                    <a:pt x="3264" y="201"/>
                  </a:lnTo>
                  <a:lnTo>
                    <a:pt x="3261" y="189"/>
                  </a:lnTo>
                  <a:lnTo>
                    <a:pt x="3258" y="177"/>
                  </a:lnTo>
                  <a:lnTo>
                    <a:pt x="3254" y="165"/>
                  </a:lnTo>
                  <a:lnTo>
                    <a:pt x="3249" y="154"/>
                  </a:lnTo>
                  <a:lnTo>
                    <a:pt x="3244" y="143"/>
                  </a:lnTo>
                  <a:lnTo>
                    <a:pt x="3239" y="132"/>
                  </a:lnTo>
                  <a:lnTo>
                    <a:pt x="3233" y="120"/>
                  </a:lnTo>
                  <a:lnTo>
                    <a:pt x="3226" y="110"/>
                  </a:lnTo>
                  <a:lnTo>
                    <a:pt x="3219" y="100"/>
                  </a:lnTo>
                  <a:lnTo>
                    <a:pt x="3212" y="91"/>
                  </a:lnTo>
                  <a:lnTo>
                    <a:pt x="3204" y="82"/>
                  </a:lnTo>
                  <a:lnTo>
                    <a:pt x="3196" y="73"/>
                  </a:lnTo>
                  <a:lnTo>
                    <a:pt x="3186" y="65"/>
                  </a:lnTo>
                  <a:lnTo>
                    <a:pt x="3177" y="57"/>
                  </a:lnTo>
                  <a:lnTo>
                    <a:pt x="3168" y="50"/>
                  </a:lnTo>
                  <a:lnTo>
                    <a:pt x="3158" y="43"/>
                  </a:lnTo>
                  <a:lnTo>
                    <a:pt x="3148" y="36"/>
                  </a:lnTo>
                  <a:lnTo>
                    <a:pt x="3137" y="30"/>
                  </a:lnTo>
                  <a:lnTo>
                    <a:pt x="3126" y="25"/>
                  </a:lnTo>
                  <a:lnTo>
                    <a:pt x="3115" y="20"/>
                  </a:lnTo>
                  <a:lnTo>
                    <a:pt x="3104" y="15"/>
                  </a:lnTo>
                  <a:lnTo>
                    <a:pt x="3092" y="11"/>
                  </a:lnTo>
                  <a:lnTo>
                    <a:pt x="3080" y="8"/>
                  </a:lnTo>
                  <a:lnTo>
                    <a:pt x="3068" y="5"/>
                  </a:lnTo>
                  <a:lnTo>
                    <a:pt x="3056" y="3"/>
                  </a:lnTo>
                  <a:lnTo>
                    <a:pt x="3044" y="1"/>
                  </a:lnTo>
                  <a:lnTo>
                    <a:pt x="3031" y="0"/>
                  </a:lnTo>
                  <a:lnTo>
                    <a:pt x="301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82880" tIns="91440" rIns="182880" bIns="9144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8255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4400" b="0" i="0" u="none" strike="noStrike" kern="0" cap="none" spc="0" normalizeH="0" baseline="0" noProof="0">
                <a:ln>
                  <a:noFill/>
                </a:ln>
                <a:solidFill>
                  <a:srgbClr val="454752"/>
                </a:solidFill>
                <a:effectLst/>
                <a:uLnTx/>
                <a:uFillTx/>
                <a:latin typeface="Helvetica Neue Medium" panose="02000503000000020004"/>
                <a:ea typeface="微软雅黑"/>
                <a:cs typeface="+mn-cs"/>
                <a:sym typeface="Helvetica Neue Medium" panose="02000503000000020004"/>
              </a:endParaRPr>
            </a:p>
          </p:txBody>
        </p:sp>
      </p:grpSp>
      <p:cxnSp>
        <p:nvCxnSpPr>
          <p:cNvPr id="25" name="直接连接符 24"/>
          <p:cNvCxnSpPr/>
          <p:nvPr/>
        </p:nvCxnSpPr>
        <p:spPr>
          <a:xfrm>
            <a:off x="1015153" y="1434834"/>
            <a:ext cx="0" cy="400110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ysClr val="window" lastClr="FFFFFF"/>
                </a:gs>
                <a:gs pos="100000">
                  <a:sysClr val="window" lastClr="FFFFFF">
                    <a:alpha val="0"/>
                  </a:sysClr>
                </a:gs>
              </a:gsLst>
              <a:path path="circle">
                <a:fillToRect l="50000" t="50000" r="50000" b="50000"/>
              </a:path>
              <a:tileRect/>
            </a:gradFill>
            <a:prstDash val="solid"/>
            <a:miter lim="800000"/>
          </a:ln>
          <a:effectLst/>
        </p:spPr>
      </p:cxnSp>
      <p:grpSp>
        <p:nvGrpSpPr>
          <p:cNvPr id="26" name="组合 25"/>
          <p:cNvGrpSpPr/>
          <p:nvPr/>
        </p:nvGrpSpPr>
        <p:grpSpPr>
          <a:xfrm>
            <a:off x="822484" y="2051533"/>
            <a:ext cx="4773021" cy="3485037"/>
            <a:chOff x="706366" y="1467366"/>
            <a:chExt cx="4773021" cy="3485037"/>
          </a:xfrm>
        </p:grpSpPr>
        <p:pic>
          <p:nvPicPr>
            <p:cNvPr id="28" name="Picture 2" descr="Extended Data Fig. 2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37"/>
            <a:stretch>
              <a:fillRect/>
            </a:stretch>
          </p:blipFill>
          <p:spPr bwMode="auto">
            <a:xfrm>
              <a:off x="706366" y="1479189"/>
              <a:ext cx="4773021" cy="3473214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9" name="矩形 28"/>
            <p:cNvSpPr/>
            <p:nvPr/>
          </p:nvSpPr>
          <p:spPr>
            <a:xfrm>
              <a:off x="2499360" y="1467366"/>
              <a:ext cx="125730" cy="339090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4125741" y="1467366"/>
              <a:ext cx="125730" cy="339090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endParaRPr>
            </a:p>
          </p:txBody>
        </p:sp>
        <p:sp>
          <p:nvSpPr>
            <p:cNvPr id="31" name="矩形 30"/>
            <p:cNvSpPr/>
            <p:nvPr/>
          </p:nvSpPr>
          <p:spPr>
            <a:xfrm>
              <a:off x="2870835" y="3498096"/>
              <a:ext cx="125730" cy="339090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90204"/>
                <a:ea typeface="微软雅黑"/>
                <a:cs typeface="+mn-cs"/>
              </a:endParaRPr>
            </a:p>
          </p:txBody>
        </p:sp>
      </p:grpSp>
      <p:pic>
        <p:nvPicPr>
          <p:cNvPr id="27" name="Picture 4" descr="Fig. 1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33" r="41937" b="30077"/>
          <a:stretch>
            <a:fillRect/>
          </a:stretch>
        </p:blipFill>
        <p:spPr bwMode="auto">
          <a:xfrm>
            <a:off x="5857350" y="2051534"/>
            <a:ext cx="2547834" cy="3485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2440" y="5812155"/>
            <a:ext cx="2605405" cy="9334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93750" y="601345"/>
            <a:ext cx="9271635" cy="482600"/>
          </a:xfrm>
        </p:spPr>
        <p:txBody>
          <a:bodyPr/>
          <a:lstStyle/>
          <a:p>
            <a:r>
              <a:rPr kumimoji="1" lang="zh-CN" altLang="en-US" dirty="0"/>
              <a:t>元素（可用做背景装饰）</a:t>
            </a:r>
            <a:br>
              <a:rPr kumimoji="1" lang="zh-CN" altLang="en-US" dirty="0"/>
            </a:br>
            <a:r>
              <a:rPr kumimoji="1" lang="zh-CN" altLang="en-US" sz="2400" dirty="0"/>
              <a:t>Decorative Elements (for Background Use)</a:t>
            </a:r>
            <a:endParaRPr kumimoji="1" lang="zh-CN" altLang="en-US" sz="24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alphaModFix amt="50000"/>
          </a:blip>
          <a:srcRect t="635" r="1078" b="1288"/>
          <a:stretch>
            <a:fillRect/>
          </a:stretch>
        </p:blipFill>
        <p:spPr>
          <a:xfrm>
            <a:off x="6222502" y="1371600"/>
            <a:ext cx="4902573" cy="4884820"/>
          </a:xfrm>
          <a:custGeom>
            <a:avLst/>
            <a:gdLst>
              <a:gd name="csX0" fmla="*/ 0 w 12343695"/>
              <a:gd name="csY0" fmla="*/ 0 h 6119813"/>
              <a:gd name="csX1" fmla="*/ 12343695 w 12343695"/>
              <a:gd name="csY1" fmla="*/ 0 h 6119813"/>
              <a:gd name="csX2" fmla="*/ 12343695 w 12343695"/>
              <a:gd name="csY2" fmla="*/ 6119813 h 6119813"/>
              <a:gd name="csX3" fmla="*/ 0 w 12343695"/>
              <a:gd name="csY3" fmla="*/ 6119813 h 61198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343695" h="6119813">
                <a:moveTo>
                  <a:pt x="0" y="0"/>
                </a:moveTo>
                <a:lnTo>
                  <a:pt x="12343695" y="0"/>
                </a:lnTo>
                <a:lnTo>
                  <a:pt x="12343695" y="6119813"/>
                </a:lnTo>
                <a:lnTo>
                  <a:pt x="0" y="6119813"/>
                </a:lnTo>
                <a:close/>
              </a:path>
            </a:pathLst>
          </a:custGeom>
        </p:spPr>
      </p:pic>
      <p:pic>
        <p:nvPicPr>
          <p:cNvPr id="5" name="图片 4" descr="背景图案&#10;&#10;AI 生成的内容可能不正确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5395" y="1854683"/>
            <a:ext cx="4065491" cy="408561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背景图案&#10;&#10;AI 生成的内容可能不正确。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695960" y="287655"/>
            <a:ext cx="9149715" cy="482600"/>
          </a:xfrm>
        </p:spPr>
        <p:txBody>
          <a:bodyPr/>
          <a:lstStyle/>
          <a:p>
            <a:r>
              <a:rPr kumimoji="1" lang="zh-CN" altLang="en-US" sz="2800" b="1" dirty="0">
                <a:solidFill>
                  <a:schemeClr val="tx1"/>
                </a:solidFill>
              </a:rPr>
              <a:t>多智能体并行回环 1/2：账本状态机与并行分派</a:t>
            </a:r>
            <a:endParaRPr kumimoji="1" lang="en-US" altLang="zh-CN" sz="2800" b="1" dirty="0">
              <a:solidFill>
                <a:schemeClr val="tx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0" y="220345"/>
            <a:ext cx="420370" cy="617220"/>
          </a:xfrm>
          <a:prstGeom prst="rect">
            <a:avLst/>
          </a:prstGeom>
          <a:solidFill>
            <a:srgbClr val="0356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524510" y="220345"/>
            <a:ext cx="171450" cy="617220"/>
          </a:xfrm>
          <a:prstGeom prst="rect">
            <a:avLst/>
          </a:prstGeom>
          <a:solidFill>
            <a:srgbClr val="0356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zC" descr="Editable shape; source id zC"/>
          <p:cNvSpPr/>
          <p:nvPr/>
        </p:nvSpPr>
        <p:spPr>
          <a:xfrm>
            <a:off x="301624" y="968374"/>
            <a:ext cx="11588749" cy="1365249"/>
          </a:xfrm>
          <a:prstGeom prst="roundRect">
            <a:avLst>
              <a:gd name="adj" fmla="val 8139"/>
            </a:avLst>
          </a:prstGeom>
          <a:solidFill>
            <a:srgbClr val="E6F2F3"/>
          </a:solidFill>
          <a:ln w="12699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zC_l" descr="Editable text; source id zC_l"/>
          <p:cNvSpPr txBox="1"/>
          <p:nvPr/>
        </p:nvSpPr>
        <p:spPr>
          <a:xfrm>
            <a:off x="444499" y="1047749"/>
            <a:ext cx="857249" cy="3571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359"/>
              </a:lnSpc>
              <a:spcBef>
                <a:spcPts val="0"/>
              </a:spcBef>
              <a:spcAft>
                <a:spcPts val="0"/>
              </a:spcAft>
              <a:defRPr sz="1624" b="1" i="0" lang="zh-CN" dirty="0">
                <a:solidFill>
                  <a:srgbClr val="0F4F58"/>
                </a:solidFill>
                <a:latin typeface="微软雅黑"/>
                <a:ea typeface="微软雅黑"/>
                <a:cs typeface="微软雅黑"/>
              </a:defRPr>
            </a:pPr>
            <a:r>
              <a:rPr sz="1624" b="1" i="0" lang="zh-CN" dirty="0">
                <a:solidFill>
                  <a:srgbClr val="0F4F58"/>
                </a:solidFill>
                <a:latin typeface="微软雅黑"/>
                <a:ea typeface="微软雅黑"/>
                <a:cs typeface="微软雅黑"/>
              </a:rPr>
              <a:t>控制层</a:t>
            </a:r>
          </a:p>
        </p:txBody>
      </p:sp>
      <p:sp>
        <p:nvSpPr>
          <p:cNvPr id="8" name="zA" descr="Editable shape; source id zA"/>
          <p:cNvSpPr/>
          <p:nvPr/>
        </p:nvSpPr>
        <p:spPr>
          <a:xfrm>
            <a:off x="301624" y="2476499"/>
            <a:ext cx="11588749" cy="2793999"/>
          </a:xfrm>
          <a:prstGeom prst="roundRect">
            <a:avLst>
              <a:gd name="adj" fmla="val 3977"/>
            </a:avLst>
          </a:prstGeom>
          <a:solidFill>
            <a:srgbClr val="EEF2F7"/>
          </a:solidFill>
          <a:ln w="12699">
            <a:solidFill>
              <a:srgbClr val="5B7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zA_l" descr="Editable text; source id zA_l"/>
          <p:cNvSpPr txBox="1"/>
          <p:nvPr/>
        </p:nvSpPr>
        <p:spPr>
          <a:xfrm>
            <a:off x="444499" y="2555874"/>
            <a:ext cx="857249" cy="3571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359"/>
              </a:lnSpc>
              <a:spcBef>
                <a:spcPts val="0"/>
              </a:spcBef>
              <a:spcAft>
                <a:spcPts val="0"/>
              </a:spcAft>
              <a:defRPr sz="1624" b="1" i="0" lang="zh-CN" dirty="0">
                <a:solidFill>
                  <a:srgbClr val="2B3E57"/>
                </a:solidFill>
                <a:latin typeface="微软雅黑"/>
                <a:ea typeface="微软雅黑"/>
                <a:cs typeface="微软雅黑"/>
              </a:defRPr>
            </a:pPr>
            <a:r>
              <a:rPr sz="1624" b="1" i="0" lang="zh-CN" dirty="0">
                <a:solidFill>
                  <a:srgbClr val="2B3E57"/>
                </a:solidFill>
                <a:latin typeface="微软雅黑"/>
                <a:ea typeface="微软雅黑"/>
                <a:cs typeface="微软雅黑"/>
              </a:rPr>
              <a:t>认知层</a:t>
            </a:r>
          </a:p>
        </p:txBody>
      </p:sp>
      <p:sp>
        <p:nvSpPr>
          <p:cNvPr id="10" name="orc" descr="Editable shape; source id orc"/>
          <p:cNvSpPr/>
          <p:nvPr/>
        </p:nvSpPr>
        <p:spPr>
          <a:xfrm>
            <a:off x="476249" y="1484312"/>
            <a:ext cx="3730624" cy="793749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081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rc_b" descr="Editable shape; source id orc_b"/>
          <p:cNvSpPr/>
          <p:nvPr/>
        </p:nvSpPr>
        <p:spPr>
          <a:xfrm>
            <a:off x="476249" y="1484312"/>
            <a:ext cx="47624" cy="793749"/>
          </a:xfrm>
          <a:prstGeom prst="roundRect">
            <a:avLst>
              <a:gd name="adj" fmla="val 50000"/>
            </a:avLst>
          </a:prstGeom>
          <a:solidFill>
            <a:srgbClr val="1F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rc_g_a" descr="Editable shape; source id orc_g_a"/>
          <p:cNvSpPr/>
          <p:nvPr/>
        </p:nvSpPr>
        <p:spPr>
          <a:xfrm>
            <a:off x="706437" y="1579562"/>
            <a:ext cx="79374" cy="55562"/>
          </a:xfrm>
          <a:prstGeom prst="rect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rc_g_b" descr="Editable shape; source id orc_g_b"/>
          <p:cNvSpPr/>
          <p:nvPr/>
        </p:nvSpPr>
        <p:spPr>
          <a:xfrm>
            <a:off x="642937" y="1714499"/>
            <a:ext cx="79374" cy="55562"/>
          </a:xfrm>
          <a:prstGeom prst="rect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rc_g_c" descr="Editable shape; source id orc_g_c"/>
          <p:cNvSpPr/>
          <p:nvPr/>
        </p:nvSpPr>
        <p:spPr>
          <a:xfrm>
            <a:off x="769937" y="1714499"/>
            <a:ext cx="79374" cy="55562"/>
          </a:xfrm>
          <a:prstGeom prst="rect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orc_g_s" descr="Editable line; source id orc_g_s"/>
          <p:cNvCxnSpPr/>
          <p:nvPr/>
        </p:nvCxnSpPr>
        <p:spPr>
          <a:xfrm>
            <a:off x="746124" y="1635124"/>
            <a:ext cx="0" cy="39688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orc_g_h" descr="Editable line; source id orc_g_h"/>
          <p:cNvCxnSpPr/>
          <p:nvPr/>
        </p:nvCxnSpPr>
        <p:spPr>
          <a:xfrm>
            <a:off x="682624" y="1674812"/>
            <a:ext cx="127000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orc_g_l" descr="Editable line; source id orc_g_l"/>
          <p:cNvCxnSpPr/>
          <p:nvPr/>
        </p:nvCxnSpPr>
        <p:spPr>
          <a:xfrm>
            <a:off x="682624" y="1674812"/>
            <a:ext cx="0" cy="39687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orc_g_r" descr="Editable line; source id orc_g_r"/>
          <p:cNvCxnSpPr/>
          <p:nvPr/>
        </p:nvCxnSpPr>
        <p:spPr>
          <a:xfrm>
            <a:off x="809624" y="1674812"/>
            <a:ext cx="0" cy="39687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rc_t" descr="Editable text; source id orc_t"/>
          <p:cNvSpPr txBox="1"/>
          <p:nvPr/>
        </p:nvSpPr>
        <p:spPr>
          <a:xfrm>
            <a:off x="936624" y="1555749"/>
            <a:ext cx="634999" cy="2936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015"/>
              </a:lnSpc>
              <a:spcBef>
                <a:spcPts val="0"/>
              </a:spcBef>
              <a:spcAft>
                <a:spcPts val="0"/>
              </a:spcAft>
              <a:defRPr sz="1374" b="1" i="0" lang="zh-CN" dirty="0">
                <a:solidFill>
                  <a:srgbClr val="0F4F58"/>
                </a:solidFill>
                <a:latin typeface="微软雅黑"/>
                <a:ea typeface="微软雅黑"/>
                <a:cs typeface="微软雅黑"/>
              </a:defRPr>
            </a:pPr>
            <a:r>
              <a:rPr sz="1374" b="1" i="0" lang="zh-CN" dirty="0">
                <a:solidFill>
                  <a:srgbClr val="0F4F58"/>
                </a:solidFill>
                <a:latin typeface="微软雅黑"/>
                <a:ea typeface="微软雅黑"/>
                <a:cs typeface="微软雅黑"/>
              </a:rPr>
              <a:t>编排器</a:t>
            </a:r>
          </a:p>
        </p:txBody>
      </p:sp>
      <p:sp>
        <p:nvSpPr>
          <p:cNvPr id="20" name="orc_s" descr="Editable text; source id orc_s"/>
          <p:cNvSpPr txBox="1"/>
          <p:nvPr/>
        </p:nvSpPr>
        <p:spPr>
          <a:xfrm>
            <a:off x="1666874" y="1571624"/>
            <a:ext cx="1674812" cy="253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390"/>
              </a:lnSpc>
              <a:spcBef>
                <a:spcPts val="0"/>
              </a:spcBef>
              <a:spcAft>
                <a:spcPts val="0"/>
              </a:spcAft>
              <a:defRPr sz="1187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defRPr>
            </a:pPr>
            <a:r>
              <a:rPr sz="1187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rPr>
              <a:t>goai-orchestrator</a:t>
            </a:r>
          </a:p>
        </p:txBody>
      </p:sp>
      <p:sp>
        <p:nvSpPr>
          <p:cNvPr id="21" name="orc_c_t0" descr="Editable shape; source id orc_c_t0"/>
          <p:cNvSpPr/>
          <p:nvPr/>
        </p:nvSpPr>
        <p:spPr>
          <a:xfrm>
            <a:off x="619124" y="1912937"/>
            <a:ext cx="777874" cy="285749"/>
          </a:xfrm>
          <a:prstGeom prst="roundRect">
            <a:avLst>
              <a:gd name="adj" fmla="val 16666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rc_c_t0_t" descr="Editable text; source id orc_c_t0_t"/>
          <p:cNvSpPr txBox="1"/>
          <p:nvPr/>
        </p:nvSpPr>
        <p:spPr>
          <a:xfrm>
            <a:off x="674687" y="1944687"/>
            <a:ext cx="666749" cy="2222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93"/>
              </a:lnSpc>
              <a:spcBef>
                <a:spcPts val="0"/>
              </a:spcBef>
              <a:spcAft>
                <a:spcPts val="0"/>
              </a:spcAft>
              <a:defRPr sz="1091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defRPr>
            </a:pPr>
            <a:r>
              <a:rPr sz="1091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rPr>
              <a:t>建账本</a:t>
            </a:r>
          </a:p>
        </p:txBody>
      </p:sp>
      <p:sp>
        <p:nvSpPr>
          <p:cNvPr id="23" name="orc_c_t1" descr="Editable shape; source id orc_c_t1"/>
          <p:cNvSpPr/>
          <p:nvPr/>
        </p:nvSpPr>
        <p:spPr>
          <a:xfrm>
            <a:off x="1523999" y="1912937"/>
            <a:ext cx="777874" cy="285749"/>
          </a:xfrm>
          <a:prstGeom prst="roundRect">
            <a:avLst>
              <a:gd name="adj" fmla="val 16666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rc_c_t1_t" descr="Editable text; source id orc_c_t1_t"/>
          <p:cNvSpPr txBox="1"/>
          <p:nvPr/>
        </p:nvSpPr>
        <p:spPr>
          <a:xfrm>
            <a:off x="1579562" y="1944687"/>
            <a:ext cx="666749" cy="2222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93"/>
              </a:lnSpc>
              <a:spcBef>
                <a:spcPts val="0"/>
              </a:spcBef>
              <a:spcAft>
                <a:spcPts val="0"/>
              </a:spcAft>
              <a:defRPr sz="1091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defRPr>
            </a:pPr>
            <a:r>
              <a:rPr sz="1091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rPr>
              <a:t>分派</a:t>
            </a:r>
          </a:p>
        </p:txBody>
      </p:sp>
      <p:sp>
        <p:nvSpPr>
          <p:cNvPr id="25" name="orc_c_a1" descr="Editable line; source id orc_c_a1"/>
          <p:cNvSpPr/>
          <p:nvPr/>
        </p:nvSpPr>
        <p:spPr>
          <a:xfrm>
            <a:off x="1420812" y="2036167"/>
            <a:ext cx="79375" cy="39291"/>
          </a:xfrm>
          <a:custGeom>
            <a:avLst/>
            <a:gdLst/>
            <a:ahLst/>
            <a:cxnLst/>
            <a:rect l="l" t="t" r="r" b="b"/>
            <a:pathLst>
              <a:path w="10000" h="4950">
                <a:moveTo>
                  <a:pt x="0" y="1375"/>
                </a:moveTo>
                <a:lnTo>
                  <a:pt x="4500" y="1375"/>
                </a:lnTo>
                <a:lnTo>
                  <a:pt x="4500" y="0"/>
                </a:lnTo>
                <a:lnTo>
                  <a:pt x="10000" y="2475"/>
                </a:lnTo>
                <a:lnTo>
                  <a:pt x="4500" y="4950"/>
                </a:lnTo>
                <a:lnTo>
                  <a:pt x="4500" y="3575"/>
                </a:lnTo>
                <a:lnTo>
                  <a:pt x="0" y="3575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rc_c_t2" descr="Editable shape; source id orc_c_t2"/>
          <p:cNvSpPr/>
          <p:nvPr/>
        </p:nvSpPr>
        <p:spPr>
          <a:xfrm>
            <a:off x="2428874" y="1912937"/>
            <a:ext cx="777874" cy="285749"/>
          </a:xfrm>
          <a:prstGeom prst="roundRect">
            <a:avLst>
              <a:gd name="adj" fmla="val 16666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rc_c_t2_t" descr="Editable text; source id orc_c_t2_t"/>
          <p:cNvSpPr txBox="1"/>
          <p:nvPr/>
        </p:nvSpPr>
        <p:spPr>
          <a:xfrm>
            <a:off x="2484437" y="1944687"/>
            <a:ext cx="666749" cy="2222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93"/>
              </a:lnSpc>
              <a:spcBef>
                <a:spcPts val="0"/>
              </a:spcBef>
              <a:spcAft>
                <a:spcPts val="0"/>
              </a:spcAft>
              <a:defRPr sz="1091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defRPr>
            </a:pPr>
            <a:r>
              <a:rPr sz="1091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rPr>
              <a:t>验闸门</a:t>
            </a:r>
          </a:p>
        </p:txBody>
      </p:sp>
      <p:sp>
        <p:nvSpPr>
          <p:cNvPr id="28" name="orc_c_a2" descr="Editable line; source id orc_c_a2"/>
          <p:cNvSpPr/>
          <p:nvPr/>
        </p:nvSpPr>
        <p:spPr>
          <a:xfrm>
            <a:off x="2325687" y="2036167"/>
            <a:ext cx="79375" cy="39291"/>
          </a:xfrm>
          <a:custGeom>
            <a:avLst/>
            <a:gdLst/>
            <a:ahLst/>
            <a:cxnLst/>
            <a:rect l="l" t="t" r="r" b="b"/>
            <a:pathLst>
              <a:path w="10000" h="4950">
                <a:moveTo>
                  <a:pt x="0" y="1375"/>
                </a:moveTo>
                <a:lnTo>
                  <a:pt x="4500" y="1375"/>
                </a:lnTo>
                <a:lnTo>
                  <a:pt x="4500" y="0"/>
                </a:lnTo>
                <a:lnTo>
                  <a:pt x="10000" y="2475"/>
                </a:lnTo>
                <a:lnTo>
                  <a:pt x="4500" y="4950"/>
                </a:lnTo>
                <a:lnTo>
                  <a:pt x="4500" y="3575"/>
                </a:lnTo>
                <a:lnTo>
                  <a:pt x="0" y="3575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rc_c_t3" descr="Editable shape; source id orc_c_t3"/>
          <p:cNvSpPr/>
          <p:nvPr/>
        </p:nvSpPr>
        <p:spPr>
          <a:xfrm>
            <a:off x="3333749" y="1912937"/>
            <a:ext cx="777874" cy="285749"/>
          </a:xfrm>
          <a:prstGeom prst="roundRect">
            <a:avLst>
              <a:gd name="adj" fmla="val 16666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rc_c_t3_t" descr="Editable text; source id orc_c_t3_t"/>
          <p:cNvSpPr txBox="1"/>
          <p:nvPr/>
        </p:nvSpPr>
        <p:spPr>
          <a:xfrm>
            <a:off x="3389312" y="1944687"/>
            <a:ext cx="666749" cy="2222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93"/>
              </a:lnSpc>
              <a:spcBef>
                <a:spcPts val="0"/>
              </a:spcBef>
              <a:spcAft>
                <a:spcPts val="0"/>
              </a:spcAft>
              <a:defRPr sz="1091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defRPr>
            </a:pPr>
            <a:r>
              <a:rPr sz="1091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rPr>
              <a:t>路由返工</a:t>
            </a:r>
          </a:p>
        </p:txBody>
      </p:sp>
      <p:sp>
        <p:nvSpPr>
          <p:cNvPr id="31" name="orc_c_a3" descr="Editable line; source id orc_c_a3"/>
          <p:cNvSpPr/>
          <p:nvPr/>
        </p:nvSpPr>
        <p:spPr>
          <a:xfrm>
            <a:off x="3230562" y="2036167"/>
            <a:ext cx="79375" cy="39291"/>
          </a:xfrm>
          <a:custGeom>
            <a:avLst/>
            <a:gdLst/>
            <a:ahLst/>
            <a:cxnLst/>
            <a:rect l="l" t="t" r="r" b="b"/>
            <a:pathLst>
              <a:path w="10000" h="4950">
                <a:moveTo>
                  <a:pt x="0" y="1375"/>
                </a:moveTo>
                <a:lnTo>
                  <a:pt x="4500" y="1375"/>
                </a:lnTo>
                <a:lnTo>
                  <a:pt x="4500" y="0"/>
                </a:lnTo>
                <a:lnTo>
                  <a:pt x="10000" y="2475"/>
                </a:lnTo>
                <a:lnTo>
                  <a:pt x="4500" y="4950"/>
                </a:lnTo>
                <a:lnTo>
                  <a:pt x="4500" y="3575"/>
                </a:lnTo>
                <a:lnTo>
                  <a:pt x="0" y="3575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un" descr="Editable shape; source id run"/>
          <p:cNvSpPr/>
          <p:nvPr/>
        </p:nvSpPr>
        <p:spPr>
          <a:xfrm>
            <a:off x="4444999" y="1484312"/>
            <a:ext cx="4444999" cy="793749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081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un_b" descr="Editable shape; source id run_b"/>
          <p:cNvSpPr/>
          <p:nvPr/>
        </p:nvSpPr>
        <p:spPr>
          <a:xfrm>
            <a:off x="4444999" y="1484312"/>
            <a:ext cx="47624" cy="793749"/>
          </a:xfrm>
          <a:prstGeom prst="roundRect">
            <a:avLst>
              <a:gd name="adj" fmla="val 50000"/>
            </a:avLst>
          </a:prstGeom>
          <a:solidFill>
            <a:srgbClr val="1F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run_g_d0_0" descr="Editable line; source id run_g_d0_0"/>
          <p:cNvCxnSpPr/>
          <p:nvPr/>
        </p:nvCxnSpPr>
        <p:spPr>
          <a:xfrm>
            <a:off x="4714874" y="1587499"/>
            <a:ext cx="95250" cy="47625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run_g_d0_1" descr="Editable line; source id run_g_d0_1"/>
          <p:cNvCxnSpPr/>
          <p:nvPr/>
        </p:nvCxnSpPr>
        <p:spPr>
          <a:xfrm flipH="1">
            <a:off x="4714874" y="1635124"/>
            <a:ext cx="95250" cy="47625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run_g_d0_2" descr="Editable line; source id run_g_d0_2"/>
          <p:cNvCxnSpPr/>
          <p:nvPr/>
        </p:nvCxnSpPr>
        <p:spPr>
          <a:xfrm flipH="1" flipV="1">
            <a:off x="4619624" y="1635124"/>
            <a:ext cx="95250" cy="47625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run_g_d0_3" descr="Editable line; source id run_g_d0_3"/>
          <p:cNvCxnSpPr/>
          <p:nvPr/>
        </p:nvCxnSpPr>
        <p:spPr>
          <a:xfrm flipV="1">
            <a:off x="4619624" y="1587499"/>
            <a:ext cx="95250" cy="47625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run_g_d1_0" descr="Editable line; source id run_g_d1_0"/>
          <p:cNvCxnSpPr/>
          <p:nvPr/>
        </p:nvCxnSpPr>
        <p:spPr>
          <a:xfrm>
            <a:off x="4714874" y="1650999"/>
            <a:ext cx="95250" cy="39688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run_g_d1_1" descr="Editable line; source id run_g_d1_1"/>
          <p:cNvCxnSpPr/>
          <p:nvPr/>
        </p:nvCxnSpPr>
        <p:spPr>
          <a:xfrm flipH="1">
            <a:off x="4714874" y="1690687"/>
            <a:ext cx="95250" cy="47625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run_g_d1_2" descr="Editable line; source id run_g_d1_2"/>
          <p:cNvCxnSpPr/>
          <p:nvPr/>
        </p:nvCxnSpPr>
        <p:spPr>
          <a:xfrm flipH="1" flipV="1">
            <a:off x="4619624" y="1690687"/>
            <a:ext cx="95250" cy="47625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run_g_d1_3" descr="Editable line; source id run_g_d1_3"/>
          <p:cNvCxnSpPr/>
          <p:nvPr/>
        </p:nvCxnSpPr>
        <p:spPr>
          <a:xfrm flipV="1">
            <a:off x="4619624" y="1650999"/>
            <a:ext cx="95250" cy="39688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run_g_d2_0" descr="Editable line; source id run_g_d2_0"/>
          <p:cNvCxnSpPr/>
          <p:nvPr/>
        </p:nvCxnSpPr>
        <p:spPr>
          <a:xfrm>
            <a:off x="4714874" y="1706562"/>
            <a:ext cx="95250" cy="39687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run_g_d2_1" descr="Editable line; source id run_g_d2_1"/>
          <p:cNvCxnSpPr/>
          <p:nvPr/>
        </p:nvCxnSpPr>
        <p:spPr>
          <a:xfrm flipH="1">
            <a:off x="4714874" y="1746249"/>
            <a:ext cx="95250" cy="47625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run_g_d2_2" descr="Editable line; source id run_g_d2_2"/>
          <p:cNvCxnSpPr/>
          <p:nvPr/>
        </p:nvCxnSpPr>
        <p:spPr>
          <a:xfrm flipH="1" flipV="1">
            <a:off x="4619624" y="1746249"/>
            <a:ext cx="95250" cy="47625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run_g_d2_3" descr="Editable line; source id run_g_d2_3"/>
          <p:cNvCxnSpPr/>
          <p:nvPr/>
        </p:nvCxnSpPr>
        <p:spPr>
          <a:xfrm flipV="1">
            <a:off x="4619624" y="1706562"/>
            <a:ext cx="95250" cy="39687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un_t" descr="Editable text; source id run_t"/>
          <p:cNvSpPr txBox="1"/>
          <p:nvPr/>
        </p:nvSpPr>
        <p:spPr>
          <a:xfrm>
            <a:off x="4905374" y="1555749"/>
            <a:ext cx="1190624" cy="2936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015"/>
              </a:lnSpc>
              <a:spcBef>
                <a:spcPts val="0"/>
              </a:spcBef>
              <a:spcAft>
                <a:spcPts val="0"/>
              </a:spcAft>
              <a:defRPr sz="1374" b="1" i="0" lang="zh-CN" dirty="0">
                <a:solidFill>
                  <a:srgbClr val="0F4F58"/>
                </a:solidFill>
                <a:latin typeface="微软雅黑"/>
                <a:ea typeface="微软雅黑"/>
                <a:cs typeface="微软雅黑"/>
              </a:defRPr>
            </a:pPr>
            <a:r>
              <a:rPr sz="1374" b="1" i="0" lang="zh-CN" dirty="0">
                <a:solidFill>
                  <a:srgbClr val="0F4F58"/>
                </a:solidFill>
                <a:latin typeface="微软雅黑"/>
                <a:ea typeface="微软雅黑"/>
                <a:cs typeface="微软雅黑"/>
              </a:rPr>
              <a:t>并行</a:t>
            </a:r>
            <a:r>
              <a:rPr sz="1374" b="1" i="0" lang="zh-CN" dirty="0">
                <a:solidFill>
                  <a:srgbClr val="0F4F58"/>
                </a:solidFill>
                <a:latin typeface="微软雅黑"/>
                <a:ea typeface="微软雅黑"/>
                <a:cs typeface="微软雅黑"/>
              </a:rPr>
              <a:t> runner</a:t>
            </a:r>
          </a:p>
        </p:txBody>
      </p:sp>
      <p:sp>
        <p:nvSpPr>
          <p:cNvPr id="47" name="run_s" descr="Editable text; source id run_s"/>
          <p:cNvSpPr txBox="1"/>
          <p:nvPr/>
        </p:nvSpPr>
        <p:spPr>
          <a:xfrm>
            <a:off x="6191249" y="1571624"/>
            <a:ext cx="1484312" cy="253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390"/>
              </a:lnSpc>
              <a:spcBef>
                <a:spcPts val="0"/>
              </a:spcBef>
              <a:spcAft>
                <a:spcPts val="0"/>
              </a:spcAft>
              <a:defRPr sz="1187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defRPr>
            </a:pPr>
            <a:r>
              <a:rPr sz="1187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rPr>
              <a:t>parallel_run.sh</a:t>
            </a:r>
          </a:p>
        </p:txBody>
      </p:sp>
      <p:sp>
        <p:nvSpPr>
          <p:cNvPr id="48" name="run_c_t0" descr="Editable shape; source id run_c_t0"/>
          <p:cNvSpPr/>
          <p:nvPr/>
        </p:nvSpPr>
        <p:spPr>
          <a:xfrm>
            <a:off x="4587874" y="1912937"/>
            <a:ext cx="1000124" cy="285749"/>
          </a:xfrm>
          <a:prstGeom prst="roundRect">
            <a:avLst>
              <a:gd name="adj" fmla="val 16666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un_c_t0_t" descr="Editable text; source id run_c_t0_t"/>
          <p:cNvSpPr txBox="1"/>
          <p:nvPr/>
        </p:nvSpPr>
        <p:spPr>
          <a:xfrm>
            <a:off x="4643437" y="1944687"/>
            <a:ext cx="888999" cy="2222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281"/>
              </a:lnSpc>
              <a:spcBef>
                <a:spcPts val="0"/>
              </a:spcBef>
              <a:spcAft>
                <a:spcPts val="0"/>
              </a:spcAft>
              <a:defRPr sz="1091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defRPr>
            </a:pPr>
            <a:r>
              <a:rPr sz="1091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rPr>
              <a:t>tasks.tsv</a:t>
            </a:r>
          </a:p>
        </p:txBody>
      </p:sp>
      <p:sp>
        <p:nvSpPr>
          <p:cNvPr id="50" name="run_c_t1" descr="Editable shape; source id run_c_t1"/>
          <p:cNvSpPr/>
          <p:nvPr/>
        </p:nvSpPr>
        <p:spPr>
          <a:xfrm>
            <a:off x="5714999" y="1912937"/>
            <a:ext cx="682624" cy="285749"/>
          </a:xfrm>
          <a:prstGeom prst="roundRect">
            <a:avLst>
              <a:gd name="adj" fmla="val 16666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un_c_t1_t" descr="Editable text; source id run_c_t1_t"/>
          <p:cNvSpPr txBox="1"/>
          <p:nvPr/>
        </p:nvSpPr>
        <p:spPr>
          <a:xfrm>
            <a:off x="5770562" y="1944687"/>
            <a:ext cx="571499" cy="2222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93"/>
              </a:lnSpc>
              <a:spcBef>
                <a:spcPts val="0"/>
              </a:spcBef>
              <a:spcAft>
                <a:spcPts val="0"/>
              </a:spcAft>
              <a:defRPr sz="1091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defRPr>
            </a:pPr>
            <a:r>
              <a:rPr sz="1091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rPr>
              <a:t>子进程</a:t>
            </a:r>
          </a:p>
        </p:txBody>
      </p:sp>
      <p:sp>
        <p:nvSpPr>
          <p:cNvPr id="52" name="run_c_a1" descr="Editable line; source id run_c_a1"/>
          <p:cNvSpPr/>
          <p:nvPr/>
        </p:nvSpPr>
        <p:spPr>
          <a:xfrm>
            <a:off x="5627687" y="2039937"/>
            <a:ext cx="47625" cy="31750"/>
          </a:xfrm>
          <a:custGeom>
            <a:avLst/>
            <a:gdLst/>
            <a:ahLst/>
            <a:cxnLst/>
            <a:rect l="l" t="t" r="r" b="b"/>
            <a:pathLst>
              <a:path w="6000" h="4000">
                <a:moveTo>
                  <a:pt x="0" y="900"/>
                </a:moveTo>
                <a:lnTo>
                  <a:pt x="2000" y="900"/>
                </a:lnTo>
                <a:lnTo>
                  <a:pt x="2000" y="0"/>
                </a:lnTo>
                <a:lnTo>
                  <a:pt x="6000" y="2000"/>
                </a:lnTo>
                <a:lnTo>
                  <a:pt x="2000" y="4000"/>
                </a:lnTo>
                <a:lnTo>
                  <a:pt x="2000" y="3100"/>
                </a:lnTo>
                <a:lnTo>
                  <a:pt x="0" y="3100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un_c_t2" descr="Editable shape; source id run_c_t2"/>
          <p:cNvSpPr/>
          <p:nvPr/>
        </p:nvSpPr>
        <p:spPr>
          <a:xfrm>
            <a:off x="6524624" y="1912937"/>
            <a:ext cx="1587499" cy="285749"/>
          </a:xfrm>
          <a:prstGeom prst="roundRect">
            <a:avLst>
              <a:gd name="adj" fmla="val 16666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un_c_t2_t" descr="Editable text; source id run_c_t2_t"/>
          <p:cNvSpPr txBox="1"/>
          <p:nvPr/>
        </p:nvSpPr>
        <p:spPr>
          <a:xfrm>
            <a:off x="6580187" y="1944687"/>
            <a:ext cx="1476374" cy="2222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93"/>
              </a:lnSpc>
              <a:spcBef>
                <a:spcPts val="0"/>
              </a:spcBef>
              <a:spcAft>
                <a:spcPts val="0"/>
              </a:spcAft>
              <a:defRPr sz="1091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defRPr>
            </a:pPr>
            <a:r>
              <a:rPr sz="1091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rPr>
              <a:t>各写自己的分片文件</a:t>
            </a:r>
          </a:p>
        </p:txBody>
      </p:sp>
      <p:sp>
        <p:nvSpPr>
          <p:cNvPr id="55" name="run_c_a2" descr="Editable line; source id run_c_a2"/>
          <p:cNvSpPr/>
          <p:nvPr/>
        </p:nvSpPr>
        <p:spPr>
          <a:xfrm>
            <a:off x="6437312" y="2039937"/>
            <a:ext cx="47625" cy="31750"/>
          </a:xfrm>
          <a:custGeom>
            <a:avLst/>
            <a:gdLst/>
            <a:ahLst/>
            <a:cxnLst/>
            <a:rect l="l" t="t" r="r" b="b"/>
            <a:pathLst>
              <a:path w="6000" h="4000">
                <a:moveTo>
                  <a:pt x="0" y="900"/>
                </a:moveTo>
                <a:lnTo>
                  <a:pt x="2000" y="900"/>
                </a:lnTo>
                <a:lnTo>
                  <a:pt x="2000" y="0"/>
                </a:lnTo>
                <a:lnTo>
                  <a:pt x="6000" y="2000"/>
                </a:lnTo>
                <a:lnTo>
                  <a:pt x="2000" y="4000"/>
                </a:lnTo>
                <a:lnTo>
                  <a:pt x="2000" y="3100"/>
                </a:lnTo>
                <a:lnTo>
                  <a:pt x="0" y="3100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un_c_t3" descr="Editable shape; source id run_c_t3"/>
          <p:cNvSpPr/>
          <p:nvPr/>
        </p:nvSpPr>
        <p:spPr>
          <a:xfrm>
            <a:off x="8239124" y="1912937"/>
            <a:ext cx="523874" cy="285749"/>
          </a:xfrm>
          <a:prstGeom prst="roundRect">
            <a:avLst>
              <a:gd name="adj" fmla="val 16666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un_c_t3_t" descr="Editable text; source id run_c_t3_t"/>
          <p:cNvSpPr txBox="1"/>
          <p:nvPr/>
        </p:nvSpPr>
        <p:spPr>
          <a:xfrm>
            <a:off x="8294687" y="1944687"/>
            <a:ext cx="412749" cy="2222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93"/>
              </a:lnSpc>
              <a:spcBef>
                <a:spcPts val="0"/>
              </a:spcBef>
              <a:spcAft>
                <a:spcPts val="0"/>
              </a:spcAft>
              <a:defRPr sz="1091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defRPr>
            </a:pPr>
            <a:r>
              <a:rPr sz="1091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rPr>
              <a:t>汇合</a:t>
            </a:r>
          </a:p>
        </p:txBody>
      </p:sp>
      <p:sp>
        <p:nvSpPr>
          <p:cNvPr id="58" name="run_c_a3" descr="Editable line; source id run_c_a3"/>
          <p:cNvSpPr/>
          <p:nvPr/>
        </p:nvSpPr>
        <p:spPr>
          <a:xfrm>
            <a:off x="8151812" y="2039937"/>
            <a:ext cx="47625" cy="31750"/>
          </a:xfrm>
          <a:custGeom>
            <a:avLst/>
            <a:gdLst/>
            <a:ahLst/>
            <a:cxnLst/>
            <a:rect l="l" t="t" r="r" b="b"/>
            <a:pathLst>
              <a:path w="6000" h="4000">
                <a:moveTo>
                  <a:pt x="0" y="900"/>
                </a:moveTo>
                <a:lnTo>
                  <a:pt x="2000" y="900"/>
                </a:lnTo>
                <a:lnTo>
                  <a:pt x="2000" y="0"/>
                </a:lnTo>
                <a:lnTo>
                  <a:pt x="6000" y="2000"/>
                </a:lnTo>
                <a:lnTo>
                  <a:pt x="2000" y="4000"/>
                </a:lnTo>
                <a:lnTo>
                  <a:pt x="2000" y="3100"/>
                </a:lnTo>
                <a:lnTo>
                  <a:pt x="0" y="3100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stat" descr="Editable shape; source id stat"/>
          <p:cNvSpPr/>
          <p:nvPr/>
        </p:nvSpPr>
        <p:spPr>
          <a:xfrm>
            <a:off x="9088437" y="1619249"/>
            <a:ext cx="2651124" cy="531812"/>
          </a:xfrm>
          <a:prstGeom prst="roundRect">
            <a:avLst>
              <a:gd name="adj" fmla="val 50000"/>
            </a:avLst>
          </a:prstGeom>
          <a:solidFill>
            <a:srgbClr val="F5F6F7"/>
          </a:solidFill>
          <a:ln w="12699">
            <a:solidFill>
              <a:srgbClr val="9AA3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stat_t" descr="Editable text; source id stat_t"/>
          <p:cNvSpPr txBox="1"/>
          <p:nvPr/>
        </p:nvSpPr>
        <p:spPr>
          <a:xfrm>
            <a:off x="9278937" y="1650999"/>
            <a:ext cx="2270124" cy="4683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40"/>
              </a:lnSpc>
              <a:spcBef>
                <a:spcPts val="0"/>
              </a:spcBef>
              <a:spcAft>
                <a:spcPts val="0"/>
              </a:spcAft>
              <a:defRPr sz="1124" b="0" i="0" lang="zh-CN" dirty="0">
                <a:solidFill>
                  <a:srgbClr val="5B6570"/>
                </a:solidFill>
                <a:latin typeface="微软雅黑"/>
                <a:ea typeface="微软雅黑"/>
                <a:cs typeface="微软雅黑"/>
              </a:defRPr>
            </a:pPr>
            <a:r>
              <a:rPr sz="1124" b="0" i="0" lang="zh-CN" dirty="0">
                <a:solidFill>
                  <a:srgbClr val="5B6570"/>
                </a:solidFill>
                <a:latin typeface="微软雅黑"/>
                <a:ea typeface="微软雅黑"/>
                <a:cs typeface="微软雅黑"/>
              </a:rPr>
              <a:t>正式运行：</a:t>
            </a:r>
            <a:r>
              <a:rPr sz="1124" b="0" i="0" lang="zh-CN" dirty="0">
                <a:solidFill>
                  <a:srgbClr val="5B6570"/>
                </a:solidFill>
                <a:latin typeface="微软雅黑"/>
                <a:ea typeface="微软雅黑"/>
                <a:cs typeface="微软雅黑"/>
              </a:rPr>
              <a:t>29 </a:t>
            </a:r>
            <a:r>
              <a:rPr sz="1124" b="0" i="0" lang="zh-CN" dirty="0">
                <a:solidFill>
                  <a:srgbClr val="5B6570"/>
                </a:solidFill>
                <a:latin typeface="微软雅黑"/>
                <a:ea typeface="微软雅黑"/>
                <a:cs typeface="微软雅黑"/>
              </a:rPr>
              <a:t>批</a:t>
            </a:r>
            <a:r>
              <a:rPr sz="1124" b="0" i="0" lang="zh-CN" dirty="0">
                <a:solidFill>
                  <a:srgbClr val="5B6570"/>
                </a:solidFill>
                <a:latin typeface="微软雅黑"/>
                <a:ea typeface="微软雅黑"/>
                <a:cs typeface="微软雅黑"/>
              </a:rPr>
              <a:t> · 40 </a:t>
            </a:r>
            <a:r>
              <a:rPr sz="1124" b="0" i="0" lang="zh-CN" dirty="0">
                <a:solidFill>
                  <a:srgbClr val="5B6570"/>
                </a:solidFill>
                <a:latin typeface="微软雅黑"/>
                <a:ea typeface="微软雅黑"/>
                <a:cs typeface="微软雅黑"/>
              </a:rPr>
              <a:t>个子任务</a:t>
            </a:r>
            <a:r>
              <a:rPr sz="1124" b="0" i="0" lang="zh-CN" dirty="0">
                <a:solidFill>
                  <a:srgbClr val="5B6570"/>
                </a:solidFill>
                <a:latin typeface="微软雅黑"/>
                <a:ea typeface="微软雅黑"/>
                <a:cs typeface="微软雅黑"/>
              </a:rPr>
              <a:t> · </a:t>
            </a:r>
          </a:p>
          <a:p>
            <a:pPr algn="ctr" fontAlgn="base">
              <a:lnSpc>
                <a:spcPts val="1640"/>
              </a:lnSpc>
              <a:spcBef>
                <a:spcPts val="0"/>
              </a:spcBef>
              <a:spcAft>
                <a:spcPts val="0"/>
              </a:spcAft>
              <a:defRPr sz="1124" b="0" i="0" lang="zh-CN" dirty="0">
                <a:solidFill>
                  <a:srgbClr val="5B6570"/>
                </a:solidFill>
                <a:latin typeface="微软雅黑"/>
                <a:ea typeface="微软雅黑"/>
                <a:cs typeface="微软雅黑"/>
              </a:defRPr>
            </a:pPr>
            <a:r>
              <a:rPr sz="1124" b="0" i="0" lang="zh-CN" dirty="0">
                <a:solidFill>
                  <a:srgbClr val="5B6570"/>
                </a:solidFill>
                <a:latin typeface="微软雅黑"/>
                <a:ea typeface="微软雅黑"/>
                <a:cs typeface="微软雅黑"/>
              </a:rPr>
              <a:t>单批</a:t>
            </a:r>
            <a:r>
              <a:rPr sz="1124" b="0" i="0" lang="zh-CN" dirty="0">
                <a:solidFill>
                  <a:srgbClr val="5B6570"/>
                </a:solidFill>
                <a:latin typeface="微软雅黑"/>
                <a:ea typeface="微软雅黑"/>
                <a:cs typeface="微软雅黑"/>
              </a:rPr>
              <a:t> ≤4 </a:t>
            </a:r>
            <a:r>
              <a:rPr sz="1124" b="0" i="0" lang="zh-CN" dirty="0">
                <a:solidFill>
                  <a:srgbClr val="5B6570"/>
                </a:solidFill>
                <a:latin typeface="微软雅黑"/>
                <a:ea typeface="微软雅黑"/>
                <a:cs typeface="微软雅黑"/>
              </a:rPr>
              <a:t>路</a:t>
            </a:r>
            <a:r>
              <a:rPr sz="1124" b="0" i="0" lang="zh-CN" dirty="0">
                <a:solidFill>
                  <a:srgbClr val="5B6570"/>
                </a:solidFill>
                <a:latin typeface="微软雅黑"/>
                <a:ea typeface="微软雅黑"/>
                <a:cs typeface="微软雅黑"/>
              </a:rPr>
              <a:t> · 134 </a:t>
            </a:r>
            <a:r>
              <a:rPr sz="1124" b="0" i="0" lang="zh-CN" dirty="0">
                <a:solidFill>
                  <a:srgbClr val="5B6570"/>
                </a:solidFill>
                <a:latin typeface="微软雅黑"/>
                <a:ea typeface="微软雅黑"/>
                <a:cs typeface="微软雅黑"/>
              </a:rPr>
              <a:t>次</a:t>
            </a:r>
            <a:r>
              <a:rPr sz="1124" b="0" i="0" lang="zh-CN" dirty="0">
                <a:solidFill>
                  <a:srgbClr val="5B6570"/>
                </a:solidFill>
                <a:latin typeface="微软雅黑"/>
                <a:ea typeface="微软雅黑"/>
                <a:cs typeface="微软雅黑"/>
              </a:rPr>
              <a:t> MCP </a:t>
            </a:r>
            <a:r>
              <a:rPr sz="1124" b="0" i="0" lang="zh-CN" dirty="0">
                <a:solidFill>
                  <a:srgbClr val="5B6570"/>
                </a:solidFill>
                <a:latin typeface="微软雅黑"/>
                <a:ea typeface="微软雅黑"/>
                <a:cs typeface="微软雅黑"/>
              </a:rPr>
              <a:t>调用</a:t>
            </a:r>
          </a:p>
        </p:txBody>
      </p:sp>
      <p:sp>
        <p:nvSpPr>
          <p:cNvPr id="61" name="s0" descr="Editable shape; source id s0"/>
          <p:cNvSpPr/>
          <p:nvPr/>
        </p:nvSpPr>
        <p:spPr>
          <a:xfrm>
            <a:off x="476249" y="3746499"/>
            <a:ext cx="1635124" cy="674687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5081">
            <a:solidFill>
              <a:srgbClr val="5B7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s0_b" descr="Editable shape; source id s0_b"/>
          <p:cNvSpPr/>
          <p:nvPr/>
        </p:nvSpPr>
        <p:spPr>
          <a:xfrm>
            <a:off x="476249" y="3746499"/>
            <a:ext cx="47624" cy="674687"/>
          </a:xfrm>
          <a:prstGeom prst="roundRect">
            <a:avLst>
              <a:gd name="adj" fmla="val 50000"/>
            </a:avLst>
          </a:prstGeom>
          <a:solidFill>
            <a:srgbClr val="5B75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s0_g_b" descr="Editable shape; source id s0_g_b"/>
          <p:cNvSpPr/>
          <p:nvPr/>
        </p:nvSpPr>
        <p:spPr>
          <a:xfrm>
            <a:off x="650874" y="3865562"/>
            <a:ext cx="190499" cy="158749"/>
          </a:xfrm>
          <a:prstGeom prst="rect">
            <a:avLst/>
          </a:prstGeom>
          <a:noFill/>
          <a:ln w="18216">
            <a:solidFill>
              <a:srgbClr val="111A24"/>
            </a:solidFill>
            <a:custDash>
              <a:ds d="97603" sp="83660"/>
            </a:custDash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s0_t" descr="Editable text; source id s0_t"/>
          <p:cNvSpPr txBox="1"/>
          <p:nvPr/>
        </p:nvSpPr>
        <p:spPr>
          <a:xfrm>
            <a:off x="936624" y="3817937"/>
            <a:ext cx="817562" cy="2936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015"/>
              </a:lnSpc>
              <a:spcBef>
                <a:spcPts val="0"/>
              </a:spcBef>
              <a:spcAft>
                <a:spcPts val="0"/>
              </a:spcAft>
              <a:defRPr sz="1374" b="1" i="0" lang="zh-CN" dirty="0">
                <a:solidFill>
                  <a:srgbClr val="2B3E57"/>
                </a:solidFill>
                <a:latin typeface="微软雅黑"/>
                <a:ea typeface="微软雅黑"/>
                <a:cs typeface="微软雅黑"/>
              </a:defRPr>
            </a:pPr>
            <a:r>
              <a:rPr sz="1374" b="1" i="0" lang="zh-CN" dirty="0">
                <a:solidFill>
                  <a:srgbClr val="2B3E57"/>
                </a:solidFill>
                <a:latin typeface="微软雅黑"/>
                <a:ea typeface="微软雅黑"/>
                <a:cs typeface="微软雅黑"/>
              </a:rPr>
              <a:t>范围界定</a:t>
            </a:r>
          </a:p>
        </p:txBody>
      </p:sp>
      <p:sp>
        <p:nvSpPr>
          <p:cNvPr id="65" name="s0_s" descr="Editable text; source id s0_s"/>
          <p:cNvSpPr txBox="1"/>
          <p:nvPr/>
        </p:nvSpPr>
        <p:spPr>
          <a:xfrm>
            <a:off x="619124" y="4127499"/>
            <a:ext cx="1396999" cy="198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109"/>
              </a:lnSpc>
              <a:spcBef>
                <a:spcPts val="0"/>
              </a:spcBef>
              <a:spcAft>
                <a:spcPts val="0"/>
              </a:spcAft>
              <a:defRPr sz="937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defRPr>
            </a:pPr>
            <a:r>
              <a:rPr sz="937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rPr>
              <a:t>goai-orchestrator</a:t>
            </a:r>
          </a:p>
        </p:txBody>
      </p:sp>
      <p:sp>
        <p:nvSpPr>
          <p:cNvPr id="66" name="s1" descr="Editable shape; source id s1"/>
          <p:cNvSpPr/>
          <p:nvPr/>
        </p:nvSpPr>
        <p:spPr>
          <a:xfrm>
            <a:off x="2397124" y="3214687"/>
            <a:ext cx="1635124" cy="984249"/>
          </a:xfrm>
          <a:prstGeom prst="roundRect">
            <a:avLst>
              <a:gd name="adj" fmla="val 7258"/>
            </a:avLst>
          </a:prstGeom>
          <a:solidFill>
            <a:srgbClr val="FFFFFF"/>
          </a:solidFill>
          <a:ln w="15081">
            <a:solidFill>
              <a:srgbClr val="5B7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s1_b" descr="Editable shape; source id s1_b"/>
          <p:cNvSpPr/>
          <p:nvPr/>
        </p:nvSpPr>
        <p:spPr>
          <a:xfrm>
            <a:off x="2397124" y="3214687"/>
            <a:ext cx="47624" cy="984249"/>
          </a:xfrm>
          <a:prstGeom prst="roundRect">
            <a:avLst>
              <a:gd name="adj" fmla="val 50000"/>
            </a:avLst>
          </a:prstGeom>
          <a:solidFill>
            <a:srgbClr val="5B75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s1_g_s2" descr="Editable shape; source id s1_g_s2"/>
          <p:cNvSpPr/>
          <p:nvPr/>
        </p:nvSpPr>
        <p:spPr>
          <a:xfrm>
            <a:off x="2635249" y="3365499"/>
            <a:ext cx="119062" cy="182562"/>
          </a:xfrm>
          <a:prstGeom prst="rect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s1_g_s1" descr="Editable shape; source id s1_g_s1"/>
          <p:cNvSpPr/>
          <p:nvPr/>
        </p:nvSpPr>
        <p:spPr>
          <a:xfrm>
            <a:off x="2611437" y="3341687"/>
            <a:ext cx="119062" cy="182562"/>
          </a:xfrm>
          <a:prstGeom prst="rect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s1_g_s0" descr="Editable shape; source id s1_g_s0"/>
          <p:cNvSpPr/>
          <p:nvPr/>
        </p:nvSpPr>
        <p:spPr>
          <a:xfrm>
            <a:off x="2587624" y="3317874"/>
            <a:ext cx="119062" cy="182562"/>
          </a:xfrm>
          <a:prstGeom prst="rect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1" name="s1_g_l1" descr="Editable line; source id s1_g_l1"/>
          <p:cNvCxnSpPr/>
          <p:nvPr/>
        </p:nvCxnSpPr>
        <p:spPr>
          <a:xfrm>
            <a:off x="2619374" y="3389312"/>
            <a:ext cx="79375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1_g_l2" descr="Editable line; source id s1_g_l2"/>
          <p:cNvCxnSpPr/>
          <p:nvPr/>
        </p:nvCxnSpPr>
        <p:spPr>
          <a:xfrm>
            <a:off x="2619374" y="3421062"/>
            <a:ext cx="79375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1_g_l3" descr="Editable line; source id s1_g_l3"/>
          <p:cNvCxnSpPr/>
          <p:nvPr/>
        </p:nvCxnSpPr>
        <p:spPr>
          <a:xfrm>
            <a:off x="2619374" y="3460749"/>
            <a:ext cx="55563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s1_t" descr="Editable text; source id s1_t"/>
          <p:cNvSpPr txBox="1"/>
          <p:nvPr/>
        </p:nvSpPr>
        <p:spPr>
          <a:xfrm>
            <a:off x="2857499" y="3286124"/>
            <a:ext cx="817562" cy="2936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015"/>
              </a:lnSpc>
              <a:spcBef>
                <a:spcPts val="0"/>
              </a:spcBef>
              <a:spcAft>
                <a:spcPts val="0"/>
              </a:spcAft>
              <a:defRPr sz="1374" b="1" i="0" lang="zh-CN" dirty="0">
                <a:solidFill>
                  <a:srgbClr val="2B3E57"/>
                </a:solidFill>
                <a:latin typeface="微软雅黑"/>
                <a:ea typeface="微软雅黑"/>
                <a:cs typeface="微软雅黑"/>
              </a:defRPr>
            </a:pPr>
            <a:r>
              <a:rPr sz="1374" b="1" i="0" lang="zh-CN" dirty="0">
                <a:solidFill>
                  <a:srgbClr val="2B3E57"/>
                </a:solidFill>
                <a:latin typeface="微软雅黑"/>
                <a:ea typeface="微软雅黑"/>
                <a:cs typeface="微软雅黑"/>
              </a:rPr>
              <a:t>文献检索</a:t>
            </a:r>
          </a:p>
        </p:txBody>
      </p:sp>
      <p:sp>
        <p:nvSpPr>
          <p:cNvPr id="75" name="s1_s" descr="Editable text; source id s1_s"/>
          <p:cNvSpPr txBox="1"/>
          <p:nvPr/>
        </p:nvSpPr>
        <p:spPr>
          <a:xfrm>
            <a:off x="2539999" y="3595687"/>
            <a:ext cx="1396999" cy="198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109"/>
              </a:lnSpc>
              <a:spcBef>
                <a:spcPts val="0"/>
              </a:spcBef>
              <a:spcAft>
                <a:spcPts val="0"/>
              </a:spcAft>
              <a:defRPr sz="937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defRPr>
            </a:pPr>
            <a:r>
              <a:rPr sz="937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rPr>
              <a:t>goai-lit-search</a:t>
            </a:r>
          </a:p>
        </p:txBody>
      </p:sp>
      <p:sp>
        <p:nvSpPr>
          <p:cNvPr id="76" name="s1_kl" descr="Editable text; source id s1_kl"/>
          <p:cNvSpPr txBox="1"/>
          <p:nvPr/>
        </p:nvSpPr>
        <p:spPr>
          <a:xfrm>
            <a:off x="2539999" y="3825874"/>
            <a:ext cx="515937" cy="2698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640"/>
              </a:lnSpc>
              <a:spcBef>
                <a:spcPts val="0"/>
              </a:spcBef>
              <a:spcAft>
                <a:spcPts val="0"/>
              </a:spcAft>
              <a:defRPr sz="1124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defRPr>
            </a:pPr>
            <a:r>
              <a:rPr sz="1124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rPr>
              <a:t>子主题</a:t>
            </a:r>
          </a:p>
        </p:txBody>
      </p:sp>
      <p:sp>
        <p:nvSpPr>
          <p:cNvPr id="77" name="s1_k0" descr="Editable shape; source id s1_k0"/>
          <p:cNvSpPr/>
          <p:nvPr/>
        </p:nvSpPr>
        <p:spPr>
          <a:xfrm>
            <a:off x="3103562" y="3825874"/>
            <a:ext cx="253999" cy="269874"/>
          </a:xfrm>
          <a:prstGeom prst="roundRect">
            <a:avLst>
              <a:gd name="adj" fmla="val 18750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s1_k0_t" descr="Editable text; source id s1_k0_t"/>
          <p:cNvSpPr txBox="1"/>
          <p:nvPr/>
        </p:nvSpPr>
        <p:spPr>
          <a:xfrm>
            <a:off x="3159124" y="3857624"/>
            <a:ext cx="142874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218"/>
              </a:lnSpc>
              <a:spcBef>
                <a:spcPts val="0"/>
              </a:spcBef>
              <a:spcAft>
                <a:spcPts val="0"/>
              </a:spcAft>
              <a:defRPr sz="1033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defRPr>
            </a:pPr>
            <a:r>
              <a:rPr sz="1033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79" name="s1_k1" descr="Editable shape; source id s1_k1"/>
          <p:cNvSpPr/>
          <p:nvPr/>
        </p:nvSpPr>
        <p:spPr>
          <a:xfrm>
            <a:off x="3405187" y="3825874"/>
            <a:ext cx="253999" cy="269874"/>
          </a:xfrm>
          <a:prstGeom prst="roundRect">
            <a:avLst>
              <a:gd name="adj" fmla="val 18750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s1_k1_t" descr="Editable text; source id s1_k1_t"/>
          <p:cNvSpPr txBox="1"/>
          <p:nvPr/>
        </p:nvSpPr>
        <p:spPr>
          <a:xfrm>
            <a:off x="3460749" y="3857624"/>
            <a:ext cx="142874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218"/>
              </a:lnSpc>
              <a:spcBef>
                <a:spcPts val="0"/>
              </a:spcBef>
              <a:spcAft>
                <a:spcPts val="0"/>
              </a:spcAft>
              <a:defRPr sz="1033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defRPr>
            </a:pPr>
            <a:r>
              <a:rPr sz="1033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81" name="s1_k2" descr="Editable shape; source id s1_k2"/>
          <p:cNvSpPr/>
          <p:nvPr/>
        </p:nvSpPr>
        <p:spPr>
          <a:xfrm>
            <a:off x="3706812" y="3825874"/>
            <a:ext cx="253999" cy="269874"/>
          </a:xfrm>
          <a:prstGeom prst="roundRect">
            <a:avLst>
              <a:gd name="adj" fmla="val 18750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s1_k2_t" descr="Editable text; source id s1_k2_t"/>
          <p:cNvSpPr txBox="1"/>
          <p:nvPr/>
        </p:nvSpPr>
        <p:spPr>
          <a:xfrm>
            <a:off x="3762374" y="3857624"/>
            <a:ext cx="142874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218"/>
              </a:lnSpc>
              <a:spcBef>
                <a:spcPts val="0"/>
              </a:spcBef>
              <a:spcAft>
                <a:spcPts val="0"/>
              </a:spcAft>
              <a:defRPr sz="1033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defRPr>
            </a:pPr>
            <a:r>
              <a:rPr sz="1033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83" name="s2" descr="Editable shape; source id s2"/>
          <p:cNvSpPr/>
          <p:nvPr/>
        </p:nvSpPr>
        <p:spPr>
          <a:xfrm>
            <a:off x="2397124" y="4278312"/>
            <a:ext cx="1635124" cy="674687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5081">
            <a:solidFill>
              <a:srgbClr val="5B7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s2_b" descr="Editable shape; source id s2_b"/>
          <p:cNvSpPr/>
          <p:nvPr/>
        </p:nvSpPr>
        <p:spPr>
          <a:xfrm>
            <a:off x="2397124" y="4278312"/>
            <a:ext cx="47624" cy="674687"/>
          </a:xfrm>
          <a:prstGeom prst="roundRect">
            <a:avLst>
              <a:gd name="adj" fmla="val 50000"/>
            </a:avLst>
          </a:prstGeom>
          <a:solidFill>
            <a:srgbClr val="5B75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s2_g_s0" descr="Editable shape; source id s2_g_s0"/>
          <p:cNvSpPr/>
          <p:nvPr/>
        </p:nvSpPr>
        <p:spPr>
          <a:xfrm>
            <a:off x="2587624" y="4381499"/>
            <a:ext cx="119062" cy="182562"/>
          </a:xfrm>
          <a:prstGeom prst="rect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6" name="s2_g_l1" descr="Editable line; source id s2_g_l1"/>
          <p:cNvCxnSpPr/>
          <p:nvPr/>
        </p:nvCxnSpPr>
        <p:spPr>
          <a:xfrm>
            <a:off x="2619374" y="4452937"/>
            <a:ext cx="79375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2_g_l2" descr="Editable line; source id s2_g_l2"/>
          <p:cNvCxnSpPr/>
          <p:nvPr/>
        </p:nvCxnSpPr>
        <p:spPr>
          <a:xfrm>
            <a:off x="2619374" y="4484687"/>
            <a:ext cx="79375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2_g_l3" descr="Editable line; source id s2_g_l3"/>
          <p:cNvCxnSpPr/>
          <p:nvPr/>
        </p:nvCxnSpPr>
        <p:spPr>
          <a:xfrm>
            <a:off x="2619374" y="4524374"/>
            <a:ext cx="55563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s2_t" descr="Editable text; source id s2_t"/>
          <p:cNvSpPr txBox="1"/>
          <p:nvPr/>
        </p:nvSpPr>
        <p:spPr>
          <a:xfrm>
            <a:off x="2857499" y="4349749"/>
            <a:ext cx="634999" cy="2936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015"/>
              </a:lnSpc>
              <a:spcBef>
                <a:spcPts val="0"/>
              </a:spcBef>
              <a:spcAft>
                <a:spcPts val="0"/>
              </a:spcAft>
              <a:defRPr sz="1374" b="1" i="0" lang="zh-CN" dirty="0">
                <a:solidFill>
                  <a:srgbClr val="2B3E57"/>
                </a:solidFill>
                <a:latin typeface="微软雅黑"/>
                <a:ea typeface="微软雅黑"/>
                <a:cs typeface="微软雅黑"/>
              </a:defRPr>
            </a:pPr>
            <a:r>
              <a:rPr sz="1374" b="1" i="0" lang="zh-CN" dirty="0">
                <a:solidFill>
                  <a:srgbClr val="2B3E57"/>
                </a:solidFill>
                <a:latin typeface="微软雅黑"/>
                <a:ea typeface="微软雅黑"/>
                <a:cs typeface="微软雅黑"/>
              </a:rPr>
              <a:t>风格库</a:t>
            </a:r>
          </a:p>
        </p:txBody>
      </p:sp>
      <p:sp>
        <p:nvSpPr>
          <p:cNvPr id="90" name="s2_s" descr="Editable text; source id s2_s"/>
          <p:cNvSpPr txBox="1"/>
          <p:nvPr/>
        </p:nvSpPr>
        <p:spPr>
          <a:xfrm>
            <a:off x="2539999" y="4659312"/>
            <a:ext cx="1396999" cy="198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109"/>
              </a:lnSpc>
              <a:spcBef>
                <a:spcPts val="0"/>
              </a:spcBef>
              <a:spcAft>
                <a:spcPts val="0"/>
              </a:spcAft>
              <a:defRPr sz="937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defRPr>
            </a:pPr>
            <a:r>
              <a:rPr sz="937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rPr>
              <a:t>goai-style-bank</a:t>
            </a:r>
          </a:p>
        </p:txBody>
      </p:sp>
      <p:sp>
        <p:nvSpPr>
          <p:cNvPr id="91" name="s3" descr="Editable shape; source id s3"/>
          <p:cNvSpPr/>
          <p:nvPr/>
        </p:nvSpPr>
        <p:spPr>
          <a:xfrm>
            <a:off x="4317999" y="3746499"/>
            <a:ext cx="1635124" cy="674687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5081">
            <a:solidFill>
              <a:srgbClr val="5B7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s3_b" descr="Editable shape; source id s3_b"/>
          <p:cNvSpPr/>
          <p:nvPr/>
        </p:nvSpPr>
        <p:spPr>
          <a:xfrm>
            <a:off x="4317999" y="3746499"/>
            <a:ext cx="47624" cy="674687"/>
          </a:xfrm>
          <a:prstGeom prst="roundRect">
            <a:avLst>
              <a:gd name="adj" fmla="val 50000"/>
            </a:avLst>
          </a:prstGeom>
          <a:solidFill>
            <a:srgbClr val="5B75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3" name="s3_g_a_0" descr="Editable line; source id s3_g_a_0"/>
          <p:cNvCxnSpPr/>
          <p:nvPr/>
        </p:nvCxnSpPr>
        <p:spPr>
          <a:xfrm>
            <a:off x="4484687" y="4024312"/>
            <a:ext cx="39687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3_g_a_1" descr="Editable line; source id s3_g_a_1"/>
          <p:cNvCxnSpPr/>
          <p:nvPr/>
        </p:nvCxnSpPr>
        <p:spPr>
          <a:xfrm flipV="1">
            <a:off x="4524374" y="3905249"/>
            <a:ext cx="15875" cy="119063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3_g_a_2" descr="Editable line; source id s3_g_a_2"/>
          <p:cNvCxnSpPr/>
          <p:nvPr/>
        </p:nvCxnSpPr>
        <p:spPr>
          <a:xfrm>
            <a:off x="4540249" y="3905249"/>
            <a:ext cx="15875" cy="119063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3_g_a_3" descr="Editable line; source id s3_g_a_3"/>
          <p:cNvCxnSpPr/>
          <p:nvPr/>
        </p:nvCxnSpPr>
        <p:spPr>
          <a:xfrm>
            <a:off x="4556124" y="4024312"/>
            <a:ext cx="31750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3_g_a_4" descr="Editable line; source id s3_g_a_4"/>
          <p:cNvCxnSpPr/>
          <p:nvPr/>
        </p:nvCxnSpPr>
        <p:spPr>
          <a:xfrm flipV="1">
            <a:off x="4587874" y="3944937"/>
            <a:ext cx="15875" cy="79375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3_g_a_5" descr="Editable line; source id s3_g_a_5"/>
          <p:cNvCxnSpPr/>
          <p:nvPr/>
        </p:nvCxnSpPr>
        <p:spPr>
          <a:xfrm>
            <a:off x="4603749" y="3944937"/>
            <a:ext cx="15875" cy="79375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3_g_a_6" descr="Editable line; source id s3_g_a_6"/>
          <p:cNvCxnSpPr/>
          <p:nvPr/>
        </p:nvCxnSpPr>
        <p:spPr>
          <a:xfrm>
            <a:off x="4619624" y="4024312"/>
            <a:ext cx="31750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3_g_a_7" descr="Editable line; source id s3_g_a_7"/>
          <p:cNvCxnSpPr/>
          <p:nvPr/>
        </p:nvCxnSpPr>
        <p:spPr>
          <a:xfrm flipV="1">
            <a:off x="4651374" y="3976687"/>
            <a:ext cx="7938" cy="47625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3_g_a_8" descr="Editable line; source id s3_g_a_8"/>
          <p:cNvCxnSpPr/>
          <p:nvPr/>
        </p:nvCxnSpPr>
        <p:spPr>
          <a:xfrm>
            <a:off x="4659312" y="3976687"/>
            <a:ext cx="7937" cy="47625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3_g_a_9" descr="Editable line; source id s3_g_a_9"/>
          <p:cNvCxnSpPr/>
          <p:nvPr/>
        </p:nvCxnSpPr>
        <p:spPr>
          <a:xfrm>
            <a:off x="4667249" y="4024312"/>
            <a:ext cx="23813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3_g_k_0" descr="Editable line; source id s3_g_k_0"/>
          <p:cNvCxnSpPr/>
          <p:nvPr/>
        </p:nvCxnSpPr>
        <p:spPr>
          <a:xfrm>
            <a:off x="4619624" y="3881437"/>
            <a:ext cx="23813" cy="23812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3_g_k_1" descr="Editable line; source id s3_g_k_1"/>
          <p:cNvCxnSpPr/>
          <p:nvPr/>
        </p:nvCxnSpPr>
        <p:spPr>
          <a:xfrm flipV="1">
            <a:off x="4643437" y="3841749"/>
            <a:ext cx="47625" cy="6350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s3_t" descr="Editable text; source id s3_t"/>
          <p:cNvSpPr txBox="1"/>
          <p:nvPr/>
        </p:nvSpPr>
        <p:spPr>
          <a:xfrm>
            <a:off x="4778374" y="3817937"/>
            <a:ext cx="817562" cy="2936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015"/>
              </a:lnSpc>
              <a:spcBef>
                <a:spcPts val="0"/>
              </a:spcBef>
              <a:spcAft>
                <a:spcPts val="0"/>
              </a:spcAft>
              <a:defRPr sz="1374" b="1" i="0" lang="zh-CN" dirty="0">
                <a:solidFill>
                  <a:srgbClr val="2B3E57"/>
                </a:solidFill>
                <a:latin typeface="微软雅黑"/>
                <a:ea typeface="微软雅黑"/>
                <a:cs typeface="微软雅黑"/>
              </a:defRPr>
            </a:pPr>
            <a:r>
              <a:rPr sz="1374" b="1" i="0" lang="zh-CN" dirty="0">
                <a:solidFill>
                  <a:srgbClr val="2B3E57"/>
                </a:solidFill>
                <a:latin typeface="微软雅黑"/>
                <a:ea typeface="微软雅黑"/>
                <a:cs typeface="微软雅黑"/>
              </a:rPr>
              <a:t>引用核查</a:t>
            </a:r>
          </a:p>
        </p:txBody>
      </p:sp>
      <p:sp>
        <p:nvSpPr>
          <p:cNvPr id="106" name="s3_s" descr="Editable text; source id s3_s"/>
          <p:cNvSpPr txBox="1"/>
          <p:nvPr/>
        </p:nvSpPr>
        <p:spPr>
          <a:xfrm>
            <a:off x="4460874" y="4127499"/>
            <a:ext cx="1396999" cy="198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109"/>
              </a:lnSpc>
              <a:spcBef>
                <a:spcPts val="0"/>
              </a:spcBef>
              <a:spcAft>
                <a:spcPts val="0"/>
              </a:spcAft>
              <a:defRPr sz="937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defRPr>
            </a:pPr>
            <a:r>
              <a:rPr sz="937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rPr>
              <a:t>goai-ref-guard</a:t>
            </a:r>
          </a:p>
        </p:txBody>
      </p:sp>
      <p:sp>
        <p:nvSpPr>
          <p:cNvPr id="107" name="s4" descr="Editable shape; source id s4"/>
          <p:cNvSpPr/>
          <p:nvPr/>
        </p:nvSpPr>
        <p:spPr>
          <a:xfrm>
            <a:off x="6238874" y="3746499"/>
            <a:ext cx="1635124" cy="674687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5081">
            <a:solidFill>
              <a:srgbClr val="5B7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s4_b" descr="Editable shape; source id s4_b"/>
          <p:cNvSpPr/>
          <p:nvPr/>
        </p:nvSpPr>
        <p:spPr>
          <a:xfrm>
            <a:off x="6238874" y="3746499"/>
            <a:ext cx="47624" cy="674687"/>
          </a:xfrm>
          <a:prstGeom prst="roundRect">
            <a:avLst>
              <a:gd name="adj" fmla="val 50000"/>
            </a:avLst>
          </a:prstGeom>
          <a:solidFill>
            <a:srgbClr val="5B75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s4_g_a" descr="Editable shape; source id s4_g_a"/>
          <p:cNvSpPr/>
          <p:nvPr/>
        </p:nvSpPr>
        <p:spPr>
          <a:xfrm>
            <a:off x="6476999" y="3841749"/>
            <a:ext cx="71437" cy="71437"/>
          </a:xfrm>
          <a:prstGeom prst="rect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s4_g_b" descr="Editable shape; source id s4_g_b"/>
          <p:cNvSpPr/>
          <p:nvPr/>
        </p:nvSpPr>
        <p:spPr>
          <a:xfrm>
            <a:off x="6397624" y="3968749"/>
            <a:ext cx="71437" cy="71437"/>
          </a:xfrm>
          <a:prstGeom prst="rect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s4_g_c" descr="Editable shape; source id s4_g_c"/>
          <p:cNvSpPr/>
          <p:nvPr/>
        </p:nvSpPr>
        <p:spPr>
          <a:xfrm>
            <a:off x="6548437" y="3968749"/>
            <a:ext cx="71437" cy="71437"/>
          </a:xfrm>
          <a:prstGeom prst="rect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2" name="s4_g_l" descr="Editable line; source id s4_g_l"/>
          <p:cNvCxnSpPr/>
          <p:nvPr/>
        </p:nvCxnSpPr>
        <p:spPr>
          <a:xfrm flipH="1">
            <a:off x="6429374" y="3913187"/>
            <a:ext cx="79375" cy="55562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4_g_r" descr="Editable line; source id s4_g_r"/>
          <p:cNvCxnSpPr/>
          <p:nvPr/>
        </p:nvCxnSpPr>
        <p:spPr>
          <a:xfrm>
            <a:off x="6508749" y="3913187"/>
            <a:ext cx="79375" cy="55562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s4_t" descr="Editable text; source id s4_t"/>
          <p:cNvSpPr txBox="1"/>
          <p:nvPr/>
        </p:nvSpPr>
        <p:spPr>
          <a:xfrm>
            <a:off x="6699249" y="3817937"/>
            <a:ext cx="634999" cy="2936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015"/>
              </a:lnSpc>
              <a:spcBef>
                <a:spcPts val="0"/>
              </a:spcBef>
              <a:spcAft>
                <a:spcPts val="0"/>
              </a:spcAft>
              <a:defRPr sz="1374" b="1" i="0" lang="zh-CN" dirty="0">
                <a:solidFill>
                  <a:srgbClr val="2B3E57"/>
                </a:solidFill>
                <a:latin typeface="微软雅黑"/>
                <a:ea typeface="微软雅黑"/>
                <a:cs typeface="微软雅黑"/>
              </a:defRPr>
            </a:pPr>
            <a:r>
              <a:rPr sz="1374" b="1" i="0" lang="zh-CN" dirty="0">
                <a:solidFill>
                  <a:srgbClr val="2B3E57"/>
                </a:solidFill>
                <a:latin typeface="微软雅黑"/>
                <a:ea typeface="微软雅黑"/>
                <a:cs typeface="微软雅黑"/>
              </a:rPr>
              <a:t>分类法</a:t>
            </a:r>
          </a:p>
        </p:txBody>
      </p:sp>
      <p:sp>
        <p:nvSpPr>
          <p:cNvPr id="115" name="s4_s" descr="Editable text; source id s4_s"/>
          <p:cNvSpPr txBox="1"/>
          <p:nvPr/>
        </p:nvSpPr>
        <p:spPr>
          <a:xfrm>
            <a:off x="6381749" y="4127499"/>
            <a:ext cx="1396999" cy="198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109"/>
              </a:lnSpc>
              <a:spcBef>
                <a:spcPts val="0"/>
              </a:spcBef>
              <a:spcAft>
                <a:spcPts val="0"/>
              </a:spcAft>
              <a:defRPr sz="937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defRPr>
            </a:pPr>
            <a:r>
              <a:rPr sz="937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rPr>
              <a:t>goai-survey-writer</a:t>
            </a:r>
          </a:p>
        </p:txBody>
      </p:sp>
      <p:sp>
        <p:nvSpPr>
          <p:cNvPr id="116" name="s5" descr="Editable shape; source id s5"/>
          <p:cNvSpPr/>
          <p:nvPr/>
        </p:nvSpPr>
        <p:spPr>
          <a:xfrm>
            <a:off x="8159749" y="2992437"/>
            <a:ext cx="1635124" cy="674687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5081">
            <a:solidFill>
              <a:srgbClr val="5B7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s5_b" descr="Editable shape; source id s5_b"/>
          <p:cNvSpPr/>
          <p:nvPr/>
        </p:nvSpPr>
        <p:spPr>
          <a:xfrm>
            <a:off x="8159749" y="2992437"/>
            <a:ext cx="47624" cy="674687"/>
          </a:xfrm>
          <a:prstGeom prst="roundRect">
            <a:avLst>
              <a:gd name="adj" fmla="val 50000"/>
            </a:avLst>
          </a:prstGeom>
          <a:solidFill>
            <a:srgbClr val="5B75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8" name="s5_g_a_0" descr="Editable line; source id s5_g_a_0"/>
          <p:cNvCxnSpPr/>
          <p:nvPr/>
        </p:nvCxnSpPr>
        <p:spPr>
          <a:xfrm>
            <a:off x="8326437" y="3278187"/>
            <a:ext cx="47625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5_g_a_1" descr="Editable line; source id s5_g_a_1"/>
          <p:cNvCxnSpPr/>
          <p:nvPr/>
        </p:nvCxnSpPr>
        <p:spPr>
          <a:xfrm flipV="1">
            <a:off x="8374062" y="3127374"/>
            <a:ext cx="31750" cy="150813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5_g_a_2" descr="Editable line; source id s5_g_a_2"/>
          <p:cNvCxnSpPr/>
          <p:nvPr/>
        </p:nvCxnSpPr>
        <p:spPr>
          <a:xfrm>
            <a:off x="8405812" y="3127374"/>
            <a:ext cx="63500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5_g_a_3" descr="Editable line; source id s5_g_a_3"/>
          <p:cNvCxnSpPr/>
          <p:nvPr/>
        </p:nvCxnSpPr>
        <p:spPr>
          <a:xfrm>
            <a:off x="8469312" y="3127374"/>
            <a:ext cx="39687" cy="150813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5_g_a_4" descr="Editable line; source id s5_g_a_4"/>
          <p:cNvCxnSpPr/>
          <p:nvPr/>
        </p:nvCxnSpPr>
        <p:spPr>
          <a:xfrm>
            <a:off x="8508999" y="3278187"/>
            <a:ext cx="23813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s5_t" descr="Editable text; source id s5_t"/>
          <p:cNvSpPr txBox="1"/>
          <p:nvPr/>
        </p:nvSpPr>
        <p:spPr>
          <a:xfrm>
            <a:off x="8620124" y="3063874"/>
            <a:ext cx="452437" cy="2936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015"/>
              </a:lnSpc>
              <a:spcBef>
                <a:spcPts val="0"/>
              </a:spcBef>
              <a:spcAft>
                <a:spcPts val="0"/>
              </a:spcAft>
              <a:defRPr sz="1374" b="1" i="0" lang="zh-CN" dirty="0">
                <a:solidFill>
                  <a:srgbClr val="2B3E57"/>
                </a:solidFill>
                <a:latin typeface="微软雅黑"/>
                <a:ea typeface="微软雅黑"/>
                <a:cs typeface="微软雅黑"/>
              </a:defRPr>
            </a:pPr>
            <a:r>
              <a:rPr sz="1374" b="1" i="0" lang="zh-CN" dirty="0">
                <a:solidFill>
                  <a:srgbClr val="2B3E57"/>
                </a:solidFill>
                <a:latin typeface="微软雅黑"/>
                <a:ea typeface="微软雅黑"/>
                <a:cs typeface="微软雅黑"/>
              </a:rPr>
              <a:t>图件</a:t>
            </a:r>
          </a:p>
        </p:txBody>
      </p:sp>
      <p:sp>
        <p:nvSpPr>
          <p:cNvPr id="124" name="s5_s" descr="Editable text; source id s5_s"/>
          <p:cNvSpPr txBox="1"/>
          <p:nvPr/>
        </p:nvSpPr>
        <p:spPr>
          <a:xfrm>
            <a:off x="8302624" y="3373437"/>
            <a:ext cx="1396999" cy="198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109"/>
              </a:lnSpc>
              <a:spcBef>
                <a:spcPts val="0"/>
              </a:spcBef>
              <a:spcAft>
                <a:spcPts val="0"/>
              </a:spcAft>
              <a:defRPr sz="937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defRPr>
            </a:pPr>
            <a:r>
              <a:rPr sz="937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rPr>
              <a:t>goai-figure-studio</a:t>
            </a:r>
          </a:p>
        </p:txBody>
      </p:sp>
      <p:sp>
        <p:nvSpPr>
          <p:cNvPr id="125" name="s6" descr="Editable shape; source id s6"/>
          <p:cNvSpPr/>
          <p:nvPr/>
        </p:nvSpPr>
        <p:spPr>
          <a:xfrm>
            <a:off x="8159749" y="3746499"/>
            <a:ext cx="1635124" cy="674687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5081">
            <a:solidFill>
              <a:srgbClr val="5B7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s6_b" descr="Editable shape; source id s6_b"/>
          <p:cNvSpPr/>
          <p:nvPr/>
        </p:nvSpPr>
        <p:spPr>
          <a:xfrm>
            <a:off x="8159749" y="3746499"/>
            <a:ext cx="47624" cy="674687"/>
          </a:xfrm>
          <a:prstGeom prst="roundRect">
            <a:avLst>
              <a:gd name="adj" fmla="val 50000"/>
            </a:avLst>
          </a:prstGeom>
          <a:solidFill>
            <a:srgbClr val="5B75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s6_g_s0" descr="Editable shape; source id s6_g_s0"/>
          <p:cNvSpPr/>
          <p:nvPr/>
        </p:nvSpPr>
        <p:spPr>
          <a:xfrm>
            <a:off x="8350249" y="3849687"/>
            <a:ext cx="119062" cy="182562"/>
          </a:xfrm>
          <a:prstGeom prst="rect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8" name="s6_g_l1" descr="Editable line; source id s6_g_l1"/>
          <p:cNvCxnSpPr/>
          <p:nvPr/>
        </p:nvCxnSpPr>
        <p:spPr>
          <a:xfrm>
            <a:off x="8381999" y="3921124"/>
            <a:ext cx="79375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6_g_l2" descr="Editable line; source id s6_g_l2"/>
          <p:cNvCxnSpPr/>
          <p:nvPr/>
        </p:nvCxnSpPr>
        <p:spPr>
          <a:xfrm>
            <a:off x="8381999" y="3952874"/>
            <a:ext cx="79375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6_g_l3" descr="Editable line; source id s6_g_l3"/>
          <p:cNvCxnSpPr/>
          <p:nvPr/>
        </p:nvCxnSpPr>
        <p:spPr>
          <a:xfrm>
            <a:off x="8381999" y="3992562"/>
            <a:ext cx="55563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s6_t" descr="Editable text; source id s6_t"/>
          <p:cNvSpPr txBox="1"/>
          <p:nvPr/>
        </p:nvSpPr>
        <p:spPr>
          <a:xfrm>
            <a:off x="8620124" y="3817937"/>
            <a:ext cx="452437" cy="2936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015"/>
              </a:lnSpc>
              <a:spcBef>
                <a:spcPts val="0"/>
              </a:spcBef>
              <a:spcAft>
                <a:spcPts val="0"/>
              </a:spcAft>
              <a:defRPr sz="1374" b="1" i="0" lang="zh-CN" dirty="0">
                <a:solidFill>
                  <a:srgbClr val="2B3E57"/>
                </a:solidFill>
                <a:latin typeface="微软雅黑"/>
                <a:ea typeface="微软雅黑"/>
                <a:cs typeface="微软雅黑"/>
              </a:defRPr>
            </a:pPr>
            <a:r>
              <a:rPr sz="1374" b="1" i="0" lang="zh-CN" dirty="0">
                <a:solidFill>
                  <a:srgbClr val="2B3E57"/>
                </a:solidFill>
                <a:latin typeface="微软雅黑"/>
                <a:ea typeface="微软雅黑"/>
                <a:cs typeface="微软雅黑"/>
              </a:rPr>
              <a:t>写作</a:t>
            </a:r>
          </a:p>
        </p:txBody>
      </p:sp>
      <p:sp>
        <p:nvSpPr>
          <p:cNvPr id="132" name="s6_s" descr="Editable text; source id s6_s"/>
          <p:cNvSpPr txBox="1"/>
          <p:nvPr/>
        </p:nvSpPr>
        <p:spPr>
          <a:xfrm>
            <a:off x="8302624" y="4127499"/>
            <a:ext cx="1396999" cy="198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109"/>
              </a:lnSpc>
              <a:spcBef>
                <a:spcPts val="0"/>
              </a:spcBef>
              <a:spcAft>
                <a:spcPts val="0"/>
              </a:spcAft>
              <a:defRPr sz="937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defRPr>
            </a:pPr>
            <a:r>
              <a:rPr sz="937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rPr>
              <a:t>goai-survey-writer</a:t>
            </a:r>
          </a:p>
        </p:txBody>
      </p:sp>
      <p:sp>
        <p:nvSpPr>
          <p:cNvPr id="133" name="s7" descr="Editable shape; source id s7"/>
          <p:cNvSpPr/>
          <p:nvPr/>
        </p:nvSpPr>
        <p:spPr>
          <a:xfrm>
            <a:off x="8159749" y="4500562"/>
            <a:ext cx="1635124" cy="674687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5081">
            <a:solidFill>
              <a:srgbClr val="5B7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s7_b" descr="Editable shape; source id s7_b"/>
          <p:cNvSpPr/>
          <p:nvPr/>
        </p:nvSpPr>
        <p:spPr>
          <a:xfrm>
            <a:off x="8159749" y="4500562"/>
            <a:ext cx="47624" cy="674687"/>
          </a:xfrm>
          <a:prstGeom prst="roundRect">
            <a:avLst>
              <a:gd name="adj" fmla="val 50000"/>
            </a:avLst>
          </a:prstGeom>
          <a:solidFill>
            <a:srgbClr val="5B75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5" name="s7_g_n_0" descr="Editable line; source id s7_g_n_0"/>
          <p:cNvCxnSpPr/>
          <p:nvPr/>
        </p:nvCxnSpPr>
        <p:spPr>
          <a:xfrm>
            <a:off x="8405812" y="4595812"/>
            <a:ext cx="0" cy="71437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7_g_n_1" descr="Editable line; source id s7_g_n_1"/>
          <p:cNvCxnSpPr/>
          <p:nvPr/>
        </p:nvCxnSpPr>
        <p:spPr>
          <a:xfrm flipH="1">
            <a:off x="8334374" y="4667249"/>
            <a:ext cx="71438" cy="12700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7_g_n_2" descr="Editable line; source id s7_g_n_2"/>
          <p:cNvCxnSpPr/>
          <p:nvPr/>
        </p:nvCxnSpPr>
        <p:spPr>
          <a:xfrm>
            <a:off x="8334374" y="4794249"/>
            <a:ext cx="190500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7_g_n_3" descr="Editable line; source id s7_g_n_3"/>
          <p:cNvCxnSpPr/>
          <p:nvPr/>
        </p:nvCxnSpPr>
        <p:spPr>
          <a:xfrm flipH="1" flipV="1">
            <a:off x="8453437" y="4667249"/>
            <a:ext cx="71437" cy="12700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7_g_n_4" descr="Editable line; source id s7_g_n_4"/>
          <p:cNvCxnSpPr/>
          <p:nvPr/>
        </p:nvCxnSpPr>
        <p:spPr>
          <a:xfrm flipV="1">
            <a:off x="8453437" y="4595812"/>
            <a:ext cx="0" cy="71437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7_g_m" descr="Editable line; source id s7_g_m"/>
          <p:cNvCxnSpPr/>
          <p:nvPr/>
        </p:nvCxnSpPr>
        <p:spPr>
          <a:xfrm>
            <a:off x="8397874" y="4595812"/>
            <a:ext cx="63500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s7_g_d1" descr="Editable shape; source id s7_g_d1"/>
          <p:cNvSpPr/>
          <p:nvPr/>
        </p:nvSpPr>
        <p:spPr>
          <a:xfrm>
            <a:off x="8397874" y="4738687"/>
            <a:ext cx="23812" cy="23812"/>
          </a:xfrm>
          <a:prstGeom prst="ellipse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s7_g_d2" descr="Editable shape; source id s7_g_d2"/>
          <p:cNvSpPr/>
          <p:nvPr/>
        </p:nvSpPr>
        <p:spPr>
          <a:xfrm>
            <a:off x="8445499" y="4754562"/>
            <a:ext cx="15874" cy="15874"/>
          </a:xfrm>
          <a:prstGeom prst="ellipse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s7_t" descr="Editable text; source id s7_t"/>
          <p:cNvSpPr txBox="1"/>
          <p:nvPr/>
        </p:nvSpPr>
        <p:spPr>
          <a:xfrm>
            <a:off x="8620124" y="4571999"/>
            <a:ext cx="817562" cy="2936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015"/>
              </a:lnSpc>
              <a:spcBef>
                <a:spcPts val="0"/>
              </a:spcBef>
              <a:spcAft>
                <a:spcPts val="0"/>
              </a:spcAft>
              <a:defRPr sz="1374" b="1" i="0" lang="zh-CN" dirty="0">
                <a:solidFill>
                  <a:srgbClr val="2B3E57"/>
                </a:solidFill>
                <a:latin typeface="微软雅黑"/>
                <a:ea typeface="微软雅黑"/>
                <a:cs typeface="微软雅黑"/>
              </a:defRPr>
            </a:pPr>
            <a:r>
              <a:rPr sz="1374" b="1" i="0" lang="zh-CN" dirty="0">
                <a:solidFill>
                  <a:srgbClr val="2B3E57"/>
                </a:solidFill>
                <a:latin typeface="微软雅黑"/>
                <a:ea typeface="微软雅黑"/>
                <a:cs typeface="微软雅黑"/>
              </a:rPr>
              <a:t>实验构想</a:t>
            </a:r>
          </a:p>
        </p:txBody>
      </p:sp>
      <p:sp>
        <p:nvSpPr>
          <p:cNvPr id="144" name="s7_s" descr="Editable text; source id s7_s"/>
          <p:cNvSpPr txBox="1"/>
          <p:nvPr/>
        </p:nvSpPr>
        <p:spPr>
          <a:xfrm>
            <a:off x="8302624" y="4881562"/>
            <a:ext cx="1396999" cy="198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109"/>
              </a:lnSpc>
              <a:spcBef>
                <a:spcPts val="0"/>
              </a:spcBef>
              <a:spcAft>
                <a:spcPts val="0"/>
              </a:spcAft>
              <a:defRPr sz="937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defRPr>
            </a:pPr>
            <a:r>
              <a:rPr sz="937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rPr>
              <a:t>goai-idea-forge</a:t>
            </a:r>
          </a:p>
        </p:txBody>
      </p:sp>
      <p:sp>
        <p:nvSpPr>
          <p:cNvPr id="145" name="s8" descr="Editable shape; source id s8"/>
          <p:cNvSpPr/>
          <p:nvPr/>
        </p:nvSpPr>
        <p:spPr>
          <a:xfrm>
            <a:off x="10080624" y="3746499"/>
            <a:ext cx="1635124" cy="674687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5081">
            <a:solidFill>
              <a:srgbClr val="5B7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s8_b" descr="Editable shape; source id s8_b"/>
          <p:cNvSpPr/>
          <p:nvPr/>
        </p:nvSpPr>
        <p:spPr>
          <a:xfrm>
            <a:off x="10080624" y="3746499"/>
            <a:ext cx="47624" cy="674687"/>
          </a:xfrm>
          <a:prstGeom prst="roundRect">
            <a:avLst>
              <a:gd name="adj" fmla="val 50000"/>
            </a:avLst>
          </a:prstGeom>
          <a:solidFill>
            <a:srgbClr val="5B75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s8_g_s0" descr="Editable shape; source id s8_g_s0"/>
          <p:cNvSpPr/>
          <p:nvPr/>
        </p:nvSpPr>
        <p:spPr>
          <a:xfrm>
            <a:off x="10271124" y="3849687"/>
            <a:ext cx="119062" cy="182562"/>
          </a:xfrm>
          <a:prstGeom prst="rect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8" name="s8_g_l1" descr="Editable line; source id s8_g_l1"/>
          <p:cNvCxnSpPr/>
          <p:nvPr/>
        </p:nvCxnSpPr>
        <p:spPr>
          <a:xfrm>
            <a:off x="10302874" y="3921124"/>
            <a:ext cx="79375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s8_g_l2" descr="Editable line; source id s8_g_l2"/>
          <p:cNvCxnSpPr/>
          <p:nvPr/>
        </p:nvCxnSpPr>
        <p:spPr>
          <a:xfrm>
            <a:off x="10302874" y="3952874"/>
            <a:ext cx="79375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8_g_l3" descr="Editable line; source id s8_g_l3"/>
          <p:cNvCxnSpPr/>
          <p:nvPr/>
        </p:nvCxnSpPr>
        <p:spPr>
          <a:xfrm>
            <a:off x="10302874" y="3992562"/>
            <a:ext cx="55563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8_g_q_0" descr="Editable line; source id s8_g_q_0"/>
          <p:cNvCxnSpPr/>
          <p:nvPr/>
        </p:nvCxnSpPr>
        <p:spPr>
          <a:xfrm>
            <a:off x="10326687" y="3929062"/>
            <a:ext cx="39687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8_g_q_1" descr="Editable line; source id s8_g_q_1"/>
          <p:cNvCxnSpPr/>
          <p:nvPr/>
        </p:nvCxnSpPr>
        <p:spPr>
          <a:xfrm>
            <a:off x="10366374" y="3929062"/>
            <a:ext cx="0" cy="39687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8_g_q_2" descr="Editable line; source id s8_g_q_2"/>
          <p:cNvCxnSpPr/>
          <p:nvPr/>
        </p:nvCxnSpPr>
        <p:spPr>
          <a:xfrm flipH="1">
            <a:off x="10342562" y="3968749"/>
            <a:ext cx="23812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s8_g_q_3" descr="Editable line; source id s8_g_q_3"/>
          <p:cNvCxnSpPr/>
          <p:nvPr/>
        </p:nvCxnSpPr>
        <p:spPr>
          <a:xfrm>
            <a:off x="10342562" y="3968749"/>
            <a:ext cx="0" cy="23813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s8_t" descr="Editable text; source id s8_t"/>
          <p:cNvSpPr txBox="1"/>
          <p:nvPr/>
        </p:nvSpPr>
        <p:spPr>
          <a:xfrm>
            <a:off x="10540999" y="3817937"/>
            <a:ext cx="817562" cy="2936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015"/>
              </a:lnSpc>
              <a:spcBef>
                <a:spcPts val="0"/>
              </a:spcBef>
              <a:spcAft>
                <a:spcPts val="0"/>
              </a:spcAft>
              <a:defRPr sz="1374" b="1" i="0" lang="zh-CN" dirty="0">
                <a:solidFill>
                  <a:srgbClr val="2B3E57"/>
                </a:solidFill>
                <a:latin typeface="微软雅黑"/>
                <a:ea typeface="微软雅黑"/>
                <a:cs typeface="微软雅黑"/>
              </a:defRPr>
            </a:pPr>
            <a:r>
              <a:rPr sz="1374" b="1" i="0" lang="zh-CN" dirty="0">
                <a:solidFill>
                  <a:srgbClr val="2B3E57"/>
                </a:solidFill>
                <a:latin typeface="微软雅黑"/>
                <a:ea typeface="微软雅黑"/>
                <a:cs typeface="微软雅黑"/>
              </a:rPr>
              <a:t>对抗审稿</a:t>
            </a:r>
          </a:p>
        </p:txBody>
      </p:sp>
      <p:sp>
        <p:nvSpPr>
          <p:cNvPr id="156" name="s8_s" descr="Editable text; source id s8_s"/>
          <p:cNvSpPr txBox="1"/>
          <p:nvPr/>
        </p:nvSpPr>
        <p:spPr>
          <a:xfrm>
            <a:off x="10223499" y="4127499"/>
            <a:ext cx="1396999" cy="198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109"/>
              </a:lnSpc>
              <a:spcBef>
                <a:spcPts val="0"/>
              </a:spcBef>
              <a:spcAft>
                <a:spcPts val="0"/>
              </a:spcAft>
              <a:defRPr sz="937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defRPr>
            </a:pPr>
            <a:r>
              <a:rPr sz="937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rPr>
              <a:t>goai-reviewer</a:t>
            </a:r>
          </a:p>
        </p:txBody>
      </p:sp>
      <p:cxnSp>
        <p:nvCxnSpPr>
          <p:cNvPr id="157" name="f1t_0" descr="Editable line; source id f1t_0"/>
          <p:cNvCxnSpPr/>
          <p:nvPr/>
        </p:nvCxnSpPr>
        <p:spPr>
          <a:xfrm>
            <a:off x="2151062" y="4079874"/>
            <a:ext cx="71437" cy="0"/>
          </a:xfrm>
          <a:prstGeom prst="line">
            <a:avLst/>
          </a:prstGeom>
          <a:ln w="19843">
            <a:solidFill>
              <a:srgbClr val="3C47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f1b_0" descr="Editable line; source id f1b_0"/>
          <p:cNvCxnSpPr/>
          <p:nvPr/>
        </p:nvCxnSpPr>
        <p:spPr>
          <a:xfrm>
            <a:off x="2222499" y="3706812"/>
            <a:ext cx="0" cy="912812"/>
          </a:xfrm>
          <a:prstGeom prst="line">
            <a:avLst/>
          </a:prstGeom>
          <a:ln w="19843">
            <a:solidFill>
              <a:srgbClr val="3C47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f1a0_0" descr="Editable line; source id f1a0_0"/>
          <p:cNvSpPr/>
          <p:nvPr/>
        </p:nvSpPr>
        <p:spPr>
          <a:xfrm>
            <a:off x="2222500" y="3659187"/>
            <a:ext cx="134937" cy="95250"/>
          </a:xfrm>
          <a:custGeom>
            <a:avLst/>
            <a:gdLst/>
            <a:ahLst/>
            <a:cxnLst/>
            <a:rect l="l" t="t" r="r" b="b"/>
            <a:pathLst>
              <a:path w="17000" h="12000">
                <a:moveTo>
                  <a:pt x="0" y="4750"/>
                </a:moveTo>
                <a:lnTo>
                  <a:pt x="2000" y="4750"/>
                </a:lnTo>
                <a:lnTo>
                  <a:pt x="2000" y="0"/>
                </a:lnTo>
                <a:lnTo>
                  <a:pt x="17000" y="6000"/>
                </a:lnTo>
                <a:lnTo>
                  <a:pt x="2000" y="12000"/>
                </a:lnTo>
                <a:lnTo>
                  <a:pt x="2000" y="7250"/>
                </a:lnTo>
                <a:lnTo>
                  <a:pt x="0" y="7250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f1a1_0" descr="Editable line; source id f1a1_0"/>
          <p:cNvSpPr/>
          <p:nvPr/>
        </p:nvSpPr>
        <p:spPr>
          <a:xfrm>
            <a:off x="2222500" y="4572000"/>
            <a:ext cx="134937" cy="95250"/>
          </a:xfrm>
          <a:custGeom>
            <a:avLst/>
            <a:gdLst/>
            <a:ahLst/>
            <a:cxnLst/>
            <a:rect l="l" t="t" r="r" b="b"/>
            <a:pathLst>
              <a:path w="17000" h="12000">
                <a:moveTo>
                  <a:pt x="0" y="4750"/>
                </a:moveTo>
                <a:lnTo>
                  <a:pt x="2000" y="4750"/>
                </a:lnTo>
                <a:lnTo>
                  <a:pt x="2000" y="0"/>
                </a:lnTo>
                <a:lnTo>
                  <a:pt x="17000" y="6000"/>
                </a:lnTo>
                <a:lnTo>
                  <a:pt x="2000" y="12000"/>
                </a:lnTo>
                <a:lnTo>
                  <a:pt x="2000" y="7250"/>
                </a:lnTo>
                <a:lnTo>
                  <a:pt x="0" y="7250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1" name="m1a0_0" descr="Editable line; source id m1a0_0"/>
          <p:cNvCxnSpPr/>
          <p:nvPr/>
        </p:nvCxnSpPr>
        <p:spPr>
          <a:xfrm>
            <a:off x="4071937" y="3706812"/>
            <a:ext cx="71437" cy="0"/>
          </a:xfrm>
          <a:prstGeom prst="line">
            <a:avLst/>
          </a:prstGeom>
          <a:ln w="19843">
            <a:solidFill>
              <a:srgbClr val="3C47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m1a1_0" descr="Editable line; source id m1a1_0"/>
          <p:cNvCxnSpPr/>
          <p:nvPr/>
        </p:nvCxnSpPr>
        <p:spPr>
          <a:xfrm>
            <a:off x="4071937" y="4619624"/>
            <a:ext cx="71437" cy="0"/>
          </a:xfrm>
          <a:prstGeom prst="line">
            <a:avLst/>
          </a:prstGeom>
          <a:ln w="19843">
            <a:solidFill>
              <a:srgbClr val="3C47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m1b_0" descr="Editable line; source id m1b_0"/>
          <p:cNvCxnSpPr/>
          <p:nvPr/>
        </p:nvCxnSpPr>
        <p:spPr>
          <a:xfrm>
            <a:off x="4143374" y="3706812"/>
            <a:ext cx="0" cy="912812"/>
          </a:xfrm>
          <a:prstGeom prst="line">
            <a:avLst/>
          </a:prstGeom>
          <a:ln w="19843">
            <a:solidFill>
              <a:srgbClr val="3C47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" name="m1t_0" descr="Editable line; source id m1t_0"/>
          <p:cNvSpPr/>
          <p:nvPr/>
        </p:nvSpPr>
        <p:spPr>
          <a:xfrm>
            <a:off x="4143375" y="4032250"/>
            <a:ext cx="134937" cy="95250"/>
          </a:xfrm>
          <a:custGeom>
            <a:avLst/>
            <a:gdLst/>
            <a:ahLst/>
            <a:cxnLst/>
            <a:rect l="l" t="t" r="r" b="b"/>
            <a:pathLst>
              <a:path w="17000" h="12000">
                <a:moveTo>
                  <a:pt x="0" y="4750"/>
                </a:moveTo>
                <a:lnTo>
                  <a:pt x="2000" y="4750"/>
                </a:lnTo>
                <a:lnTo>
                  <a:pt x="2000" y="0"/>
                </a:lnTo>
                <a:lnTo>
                  <a:pt x="17000" y="6000"/>
                </a:lnTo>
                <a:lnTo>
                  <a:pt x="2000" y="12000"/>
                </a:lnTo>
                <a:lnTo>
                  <a:pt x="2000" y="7250"/>
                </a:lnTo>
                <a:lnTo>
                  <a:pt x="0" y="7250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e23_0" descr="Editable line; source id e23_0"/>
          <p:cNvSpPr/>
          <p:nvPr/>
        </p:nvSpPr>
        <p:spPr>
          <a:xfrm>
            <a:off x="5992812" y="4032250"/>
            <a:ext cx="206375" cy="95250"/>
          </a:xfrm>
          <a:custGeom>
            <a:avLst/>
            <a:gdLst/>
            <a:ahLst/>
            <a:cxnLst/>
            <a:rect l="l" t="t" r="r" b="b"/>
            <a:pathLst>
              <a:path w="26000" h="12000">
                <a:moveTo>
                  <a:pt x="0" y="4750"/>
                </a:moveTo>
                <a:lnTo>
                  <a:pt x="11000" y="4750"/>
                </a:lnTo>
                <a:lnTo>
                  <a:pt x="11000" y="0"/>
                </a:lnTo>
                <a:lnTo>
                  <a:pt x="26000" y="6000"/>
                </a:lnTo>
                <a:lnTo>
                  <a:pt x="11000" y="12000"/>
                </a:lnTo>
                <a:lnTo>
                  <a:pt x="11000" y="7250"/>
                </a:lnTo>
                <a:lnTo>
                  <a:pt x="0" y="7250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6" name="f2t_0" descr="Editable line; source id f2t_0"/>
          <p:cNvCxnSpPr/>
          <p:nvPr/>
        </p:nvCxnSpPr>
        <p:spPr>
          <a:xfrm>
            <a:off x="7913687" y="4079874"/>
            <a:ext cx="71437" cy="0"/>
          </a:xfrm>
          <a:prstGeom prst="line">
            <a:avLst/>
          </a:prstGeom>
          <a:ln w="19843">
            <a:solidFill>
              <a:srgbClr val="3C47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f2b_0" descr="Editable line; source id f2b_0"/>
          <p:cNvCxnSpPr/>
          <p:nvPr/>
        </p:nvCxnSpPr>
        <p:spPr>
          <a:xfrm>
            <a:off x="7985124" y="3333749"/>
            <a:ext cx="0" cy="1508125"/>
          </a:xfrm>
          <a:prstGeom prst="line">
            <a:avLst/>
          </a:prstGeom>
          <a:ln w="19843">
            <a:solidFill>
              <a:srgbClr val="3C47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" name="f2a0_0" descr="Editable line; source id f2a0_0"/>
          <p:cNvSpPr/>
          <p:nvPr/>
        </p:nvSpPr>
        <p:spPr>
          <a:xfrm>
            <a:off x="7985125" y="3286125"/>
            <a:ext cx="134937" cy="95250"/>
          </a:xfrm>
          <a:custGeom>
            <a:avLst/>
            <a:gdLst/>
            <a:ahLst/>
            <a:cxnLst/>
            <a:rect l="l" t="t" r="r" b="b"/>
            <a:pathLst>
              <a:path w="17000" h="12000">
                <a:moveTo>
                  <a:pt x="0" y="4750"/>
                </a:moveTo>
                <a:lnTo>
                  <a:pt x="2000" y="4750"/>
                </a:lnTo>
                <a:lnTo>
                  <a:pt x="2000" y="0"/>
                </a:lnTo>
                <a:lnTo>
                  <a:pt x="17000" y="6000"/>
                </a:lnTo>
                <a:lnTo>
                  <a:pt x="2000" y="12000"/>
                </a:lnTo>
                <a:lnTo>
                  <a:pt x="2000" y="7250"/>
                </a:lnTo>
                <a:lnTo>
                  <a:pt x="0" y="7250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f2a1_0" descr="Editable line; source id f2a1_0"/>
          <p:cNvSpPr/>
          <p:nvPr/>
        </p:nvSpPr>
        <p:spPr>
          <a:xfrm>
            <a:off x="7985125" y="4032250"/>
            <a:ext cx="134937" cy="95250"/>
          </a:xfrm>
          <a:custGeom>
            <a:avLst/>
            <a:gdLst/>
            <a:ahLst/>
            <a:cxnLst/>
            <a:rect l="l" t="t" r="r" b="b"/>
            <a:pathLst>
              <a:path w="17000" h="12000">
                <a:moveTo>
                  <a:pt x="0" y="4750"/>
                </a:moveTo>
                <a:lnTo>
                  <a:pt x="2000" y="4750"/>
                </a:lnTo>
                <a:lnTo>
                  <a:pt x="2000" y="0"/>
                </a:lnTo>
                <a:lnTo>
                  <a:pt x="17000" y="6000"/>
                </a:lnTo>
                <a:lnTo>
                  <a:pt x="2000" y="12000"/>
                </a:lnTo>
                <a:lnTo>
                  <a:pt x="2000" y="7250"/>
                </a:lnTo>
                <a:lnTo>
                  <a:pt x="0" y="7250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f2a2_0" descr="Editable line; source id f2a2_0"/>
          <p:cNvSpPr/>
          <p:nvPr/>
        </p:nvSpPr>
        <p:spPr>
          <a:xfrm>
            <a:off x="7985125" y="4794250"/>
            <a:ext cx="134937" cy="95250"/>
          </a:xfrm>
          <a:custGeom>
            <a:avLst/>
            <a:gdLst/>
            <a:ahLst/>
            <a:cxnLst/>
            <a:rect l="l" t="t" r="r" b="b"/>
            <a:pathLst>
              <a:path w="17000" h="12000">
                <a:moveTo>
                  <a:pt x="0" y="4750"/>
                </a:moveTo>
                <a:lnTo>
                  <a:pt x="2000" y="4750"/>
                </a:lnTo>
                <a:lnTo>
                  <a:pt x="2000" y="0"/>
                </a:lnTo>
                <a:lnTo>
                  <a:pt x="17000" y="6000"/>
                </a:lnTo>
                <a:lnTo>
                  <a:pt x="2000" y="12000"/>
                </a:lnTo>
                <a:lnTo>
                  <a:pt x="2000" y="7250"/>
                </a:lnTo>
                <a:lnTo>
                  <a:pt x="0" y="7250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1" name="m2a0_0" descr="Editable line; source id m2a0_0"/>
          <p:cNvCxnSpPr/>
          <p:nvPr/>
        </p:nvCxnSpPr>
        <p:spPr>
          <a:xfrm>
            <a:off x="9834562" y="3333749"/>
            <a:ext cx="71437" cy="0"/>
          </a:xfrm>
          <a:prstGeom prst="line">
            <a:avLst/>
          </a:prstGeom>
          <a:ln w="19843">
            <a:solidFill>
              <a:srgbClr val="3C47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m2a1_0" descr="Editable line; source id m2a1_0"/>
          <p:cNvCxnSpPr/>
          <p:nvPr/>
        </p:nvCxnSpPr>
        <p:spPr>
          <a:xfrm>
            <a:off x="9834562" y="4079874"/>
            <a:ext cx="71437" cy="0"/>
          </a:xfrm>
          <a:prstGeom prst="line">
            <a:avLst/>
          </a:prstGeom>
          <a:ln w="19843">
            <a:solidFill>
              <a:srgbClr val="3C47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m2a2_0" descr="Editable line; source id m2a2_0"/>
          <p:cNvCxnSpPr/>
          <p:nvPr/>
        </p:nvCxnSpPr>
        <p:spPr>
          <a:xfrm>
            <a:off x="9834562" y="4841874"/>
            <a:ext cx="71437" cy="0"/>
          </a:xfrm>
          <a:prstGeom prst="line">
            <a:avLst/>
          </a:prstGeom>
          <a:ln w="19843">
            <a:solidFill>
              <a:srgbClr val="3C47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m2b_0" descr="Editable line; source id m2b_0"/>
          <p:cNvCxnSpPr/>
          <p:nvPr/>
        </p:nvCxnSpPr>
        <p:spPr>
          <a:xfrm>
            <a:off x="9905999" y="3333749"/>
            <a:ext cx="0" cy="1508125"/>
          </a:xfrm>
          <a:prstGeom prst="line">
            <a:avLst/>
          </a:prstGeom>
          <a:ln w="19843">
            <a:solidFill>
              <a:srgbClr val="3C47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" name="m2t_0" descr="Editable line; source id m2t_0"/>
          <p:cNvSpPr/>
          <p:nvPr/>
        </p:nvSpPr>
        <p:spPr>
          <a:xfrm>
            <a:off x="9906000" y="4032250"/>
            <a:ext cx="134937" cy="95250"/>
          </a:xfrm>
          <a:custGeom>
            <a:avLst/>
            <a:gdLst/>
            <a:ahLst/>
            <a:cxnLst/>
            <a:rect l="l" t="t" r="r" b="b"/>
            <a:pathLst>
              <a:path w="17000" h="12000">
                <a:moveTo>
                  <a:pt x="0" y="4750"/>
                </a:moveTo>
                <a:lnTo>
                  <a:pt x="2000" y="4750"/>
                </a:lnTo>
                <a:lnTo>
                  <a:pt x="2000" y="0"/>
                </a:lnTo>
                <a:lnTo>
                  <a:pt x="17000" y="6000"/>
                </a:lnTo>
                <a:lnTo>
                  <a:pt x="2000" y="12000"/>
                </a:lnTo>
                <a:lnTo>
                  <a:pt x="2000" y="7250"/>
                </a:lnTo>
                <a:lnTo>
                  <a:pt x="0" y="7250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ev1" descr="Editable shape; source id ev1"/>
          <p:cNvSpPr/>
          <p:nvPr/>
        </p:nvSpPr>
        <p:spPr>
          <a:xfrm>
            <a:off x="1508124" y="2651124"/>
            <a:ext cx="2071687" cy="309562"/>
          </a:xfrm>
          <a:prstGeom prst="roundRect">
            <a:avLst>
              <a:gd name="adj" fmla="val 50000"/>
            </a:avLst>
          </a:prstGeom>
          <a:solidFill>
            <a:srgbClr val="E6F2F3"/>
          </a:solidFill>
          <a:ln w="12699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ev1_t" descr="Editable text; source id ev1_t"/>
          <p:cNvSpPr txBox="1"/>
          <p:nvPr/>
        </p:nvSpPr>
        <p:spPr>
          <a:xfrm>
            <a:off x="1587499" y="2682874"/>
            <a:ext cx="1912937" cy="2460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40"/>
              </a:lnSpc>
              <a:spcBef>
                <a:spcPts val="0"/>
              </a:spcBef>
              <a:spcAft>
                <a:spcPts val="0"/>
              </a:spcAft>
              <a:defRPr sz="1124" b="0" i="0" lang="zh-CN" dirty="0">
                <a:solidFill>
                  <a:srgbClr val="0F4F58"/>
                </a:solidFill>
                <a:latin typeface="微软雅黑"/>
                <a:ea typeface="微软雅黑"/>
                <a:cs typeface="微软雅黑"/>
              </a:defRPr>
            </a:pPr>
            <a:r>
              <a:rPr sz="1124" b="0" i="0" lang="zh-CN" dirty="0">
                <a:solidFill>
                  <a:srgbClr val="0F4F58"/>
                </a:solidFill>
                <a:latin typeface="微软雅黑"/>
                <a:ea typeface="微软雅黑"/>
                <a:cs typeface="微软雅黑"/>
              </a:rPr>
              <a:t>≥3 </a:t>
            </a:r>
            <a:r>
              <a:rPr sz="1124" b="0" i="0" lang="zh-CN" dirty="0">
                <a:solidFill>
                  <a:srgbClr val="0F4F58"/>
                </a:solidFill>
                <a:latin typeface="微软雅黑"/>
                <a:ea typeface="微软雅黑"/>
                <a:cs typeface="微软雅黑"/>
              </a:rPr>
              <a:t>路分片</a:t>
            </a:r>
            <a:r>
              <a:rPr sz="1124" b="0" i="0" lang="zh-CN" dirty="0">
                <a:solidFill>
                  <a:srgbClr val="0F4F58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124" b="0" i="0" lang="zh-CN" dirty="0">
                <a:solidFill>
                  <a:srgbClr val="0F4F58"/>
                </a:solidFill>
                <a:latin typeface="微软雅黑"/>
                <a:ea typeface="微软雅黑"/>
                <a:cs typeface="微软雅黑"/>
              </a:rPr>
              <a:t>各记一条</a:t>
            </a:r>
            <a:r>
              <a:rPr sz="1124" b="0" i="0" lang="zh-CN" dirty="0">
                <a:solidFill>
                  <a:srgbClr val="0F4F58"/>
                </a:solidFill>
                <a:latin typeface="微软雅黑"/>
                <a:ea typeface="微软雅黑"/>
                <a:cs typeface="微软雅黑"/>
              </a:rPr>
              <a:t> done</a:t>
            </a:r>
          </a:p>
        </p:txBody>
      </p:sp>
      <p:sp>
        <p:nvSpPr>
          <p:cNvPr id="178" name="ev2" descr="Editable shape; source id ev2"/>
          <p:cNvSpPr/>
          <p:nvPr/>
        </p:nvSpPr>
        <p:spPr>
          <a:xfrm>
            <a:off x="6937374" y="2651124"/>
            <a:ext cx="2103437" cy="309562"/>
          </a:xfrm>
          <a:prstGeom prst="roundRect">
            <a:avLst>
              <a:gd name="adj" fmla="val 50000"/>
            </a:avLst>
          </a:prstGeom>
          <a:solidFill>
            <a:srgbClr val="E6F2F3"/>
          </a:solidFill>
          <a:ln w="12699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ev2_t" descr="Editable text; source id ev2_t"/>
          <p:cNvSpPr txBox="1"/>
          <p:nvPr/>
        </p:nvSpPr>
        <p:spPr>
          <a:xfrm>
            <a:off x="7016749" y="2682874"/>
            <a:ext cx="1944687" cy="2460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40"/>
              </a:lnSpc>
              <a:spcBef>
                <a:spcPts val="0"/>
              </a:spcBef>
              <a:spcAft>
                <a:spcPts val="0"/>
              </a:spcAft>
              <a:defRPr sz="1124" b="0" i="0" lang="zh-CN" dirty="0">
                <a:solidFill>
                  <a:srgbClr val="0F4F58"/>
                </a:solidFill>
                <a:latin typeface="微软雅黑"/>
                <a:ea typeface="微软雅黑"/>
                <a:cs typeface="微软雅黑"/>
              </a:defRPr>
            </a:pPr>
            <a:r>
              <a:rPr sz="1124" b="0" i="0" lang="zh-CN" dirty="0">
                <a:solidFill>
                  <a:srgbClr val="0F4F58"/>
                </a:solidFill>
                <a:latin typeface="微软雅黑"/>
                <a:ea typeface="微软雅黑"/>
                <a:cs typeface="微软雅黑"/>
              </a:rPr>
              <a:t>按图</a:t>
            </a:r>
            <a:r>
              <a:rPr sz="1124" b="0" i="0" lang="zh-CN" dirty="0">
                <a:solidFill>
                  <a:srgbClr val="0F4F58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124" b="0" i="0" lang="zh-CN" dirty="0">
                <a:solidFill>
                  <a:srgbClr val="0F4F58"/>
                </a:solidFill>
                <a:latin typeface="微软雅黑"/>
                <a:ea typeface="微软雅黑"/>
                <a:cs typeface="微软雅黑"/>
              </a:rPr>
              <a:t>按章节</a:t>
            </a:r>
            <a:r>
              <a:rPr sz="1124" b="0" i="0" lang="zh-CN" dirty="0">
                <a:solidFill>
                  <a:srgbClr val="0F4F58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124" b="0" i="0" lang="zh-CN" dirty="0">
                <a:solidFill>
                  <a:srgbClr val="0F4F58"/>
                </a:solidFill>
                <a:latin typeface="微软雅黑"/>
                <a:ea typeface="微软雅黑"/>
                <a:cs typeface="微软雅黑"/>
              </a:rPr>
              <a:t>按目标</a:t>
            </a:r>
            <a:r>
              <a:rPr sz="1124" b="0" i="0" lang="zh-CN" dirty="0">
                <a:solidFill>
                  <a:srgbClr val="0F4F58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124" b="0" i="0" lang="zh-CN" dirty="0">
                <a:solidFill>
                  <a:srgbClr val="0F4F58"/>
                </a:solidFill>
                <a:latin typeface="微软雅黑"/>
                <a:ea typeface="微软雅黑"/>
                <a:cs typeface="微软雅黑"/>
              </a:rPr>
              <a:t>并发</a:t>
            </a:r>
          </a:p>
        </p:txBody>
      </p:sp>
      <p:cxnSp>
        <p:nvCxnSpPr>
          <p:cNvPr id="180" name="r1_0" descr="Editable line; source id r1_0"/>
          <p:cNvCxnSpPr/>
          <p:nvPr/>
        </p:nvCxnSpPr>
        <p:spPr>
          <a:xfrm>
            <a:off x="4921249" y="2317749"/>
            <a:ext cx="0" cy="87313"/>
          </a:xfrm>
          <a:prstGeom prst="line">
            <a:avLst/>
          </a:prstGeom>
          <a:ln w="19843">
            <a:solidFill>
              <a:srgbClr val="3C47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r1_1" descr="Editable line; source id r1_1"/>
          <p:cNvCxnSpPr/>
          <p:nvPr/>
        </p:nvCxnSpPr>
        <p:spPr>
          <a:xfrm flipH="1">
            <a:off x="2539999" y="2405062"/>
            <a:ext cx="2381250" cy="0"/>
          </a:xfrm>
          <a:prstGeom prst="line">
            <a:avLst/>
          </a:prstGeom>
          <a:ln w="19843">
            <a:solidFill>
              <a:srgbClr val="3C47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2" name="r1_2" descr="Editable line; source id r1_2"/>
          <p:cNvSpPr/>
          <p:nvPr/>
        </p:nvSpPr>
        <p:spPr>
          <a:xfrm>
            <a:off x="2492375" y="2405062"/>
            <a:ext cx="95250" cy="238125"/>
          </a:xfrm>
          <a:custGeom>
            <a:avLst/>
            <a:gdLst/>
            <a:ahLst/>
            <a:cxnLst/>
            <a:rect l="l" t="t" r="r" b="b"/>
            <a:pathLst>
              <a:path w="12000" h="30000">
                <a:moveTo>
                  <a:pt x="7250" y="0"/>
                </a:moveTo>
                <a:lnTo>
                  <a:pt x="7250" y="15000"/>
                </a:lnTo>
                <a:lnTo>
                  <a:pt x="12000" y="15000"/>
                </a:lnTo>
                <a:lnTo>
                  <a:pt x="6000" y="30000"/>
                </a:lnTo>
                <a:lnTo>
                  <a:pt x="0" y="15000"/>
                </a:lnTo>
                <a:lnTo>
                  <a:pt x="4750" y="15000"/>
                </a:lnTo>
                <a:lnTo>
                  <a:pt x="4750" y="0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3" name="r2_0" descr="Editable line; source id r2_0"/>
          <p:cNvCxnSpPr/>
          <p:nvPr/>
        </p:nvCxnSpPr>
        <p:spPr>
          <a:xfrm>
            <a:off x="8413749" y="2317749"/>
            <a:ext cx="0" cy="87313"/>
          </a:xfrm>
          <a:prstGeom prst="line">
            <a:avLst/>
          </a:prstGeom>
          <a:ln w="19843">
            <a:solidFill>
              <a:srgbClr val="3C47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r2_1" descr="Editable line; source id r2_1"/>
          <p:cNvCxnSpPr/>
          <p:nvPr/>
        </p:nvCxnSpPr>
        <p:spPr>
          <a:xfrm flipH="1">
            <a:off x="7985124" y="2405062"/>
            <a:ext cx="428625" cy="0"/>
          </a:xfrm>
          <a:prstGeom prst="line">
            <a:avLst/>
          </a:prstGeom>
          <a:ln w="19843">
            <a:solidFill>
              <a:srgbClr val="3C47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5" name="r2_2" descr="Editable line; source id r2_2"/>
          <p:cNvSpPr/>
          <p:nvPr/>
        </p:nvSpPr>
        <p:spPr>
          <a:xfrm>
            <a:off x="7937500" y="2405062"/>
            <a:ext cx="95250" cy="238125"/>
          </a:xfrm>
          <a:custGeom>
            <a:avLst/>
            <a:gdLst/>
            <a:ahLst/>
            <a:cxnLst/>
            <a:rect l="l" t="t" r="r" b="b"/>
            <a:pathLst>
              <a:path w="12000" h="30000">
                <a:moveTo>
                  <a:pt x="7250" y="0"/>
                </a:moveTo>
                <a:lnTo>
                  <a:pt x="7250" y="15000"/>
                </a:lnTo>
                <a:lnTo>
                  <a:pt x="12000" y="15000"/>
                </a:lnTo>
                <a:lnTo>
                  <a:pt x="6000" y="30000"/>
                </a:lnTo>
                <a:lnTo>
                  <a:pt x="0" y="15000"/>
                </a:lnTo>
                <a:lnTo>
                  <a:pt x="4750" y="15000"/>
                </a:lnTo>
                <a:lnTo>
                  <a:pt x="4750" y="0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dsp_0" descr="Editable line; source id dsp_0"/>
          <p:cNvSpPr/>
          <p:nvPr/>
        </p:nvSpPr>
        <p:spPr>
          <a:xfrm>
            <a:off x="1539875" y="2317750"/>
            <a:ext cx="95250" cy="1389062"/>
          </a:xfrm>
          <a:custGeom>
            <a:avLst/>
            <a:gdLst/>
            <a:ahLst/>
            <a:cxnLst/>
            <a:rect l="l" t="t" r="r" b="b"/>
            <a:pathLst>
              <a:path w="12000" h="175000">
                <a:moveTo>
                  <a:pt x="7250" y="0"/>
                </a:moveTo>
                <a:lnTo>
                  <a:pt x="7250" y="160000"/>
                </a:lnTo>
                <a:lnTo>
                  <a:pt x="12000" y="160000"/>
                </a:lnTo>
                <a:lnTo>
                  <a:pt x="6000" y="175000"/>
                </a:lnTo>
                <a:lnTo>
                  <a:pt x="0" y="160000"/>
                </a:lnTo>
                <a:lnTo>
                  <a:pt x="4750" y="160000"/>
                </a:lnTo>
                <a:lnTo>
                  <a:pt x="4750" y="0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dsp_p" descr="Editable shape; source id dsp_p"/>
          <p:cNvSpPr/>
          <p:nvPr/>
        </p:nvSpPr>
        <p:spPr>
          <a:xfrm>
            <a:off x="1301749" y="3000374"/>
            <a:ext cx="571499" cy="30956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699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dsp_p_t" descr="Editable text; source id dsp_p_t"/>
          <p:cNvSpPr txBox="1"/>
          <p:nvPr/>
        </p:nvSpPr>
        <p:spPr>
          <a:xfrm>
            <a:off x="1381124" y="3032124"/>
            <a:ext cx="412749" cy="2460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40"/>
              </a:lnSpc>
              <a:spcBef>
                <a:spcPts val="0"/>
              </a:spcBef>
              <a:spcAft>
                <a:spcPts val="0"/>
              </a:spcAft>
              <a:defRPr sz="1124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defRPr>
            </a:pPr>
            <a:r>
              <a:rPr sz="1124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rPr>
              <a:t>分派</a:t>
            </a:r>
          </a:p>
        </p:txBody>
      </p:sp>
      <p:cxnSp>
        <p:nvCxnSpPr>
          <p:cNvPr id="189" name="ret_0" descr="Editable line; source id ret_0"/>
          <p:cNvCxnSpPr/>
          <p:nvPr/>
        </p:nvCxnSpPr>
        <p:spPr>
          <a:xfrm flipV="1">
            <a:off x="10898187" y="2952749"/>
            <a:ext cx="0" cy="754063"/>
          </a:xfrm>
          <a:prstGeom prst="line">
            <a:avLst/>
          </a:prstGeom>
          <a:ln w="19843">
            <a:solidFill>
              <a:srgbClr val="3C4753"/>
            </a:solidFill>
            <a:custDash>
              <a:ds d="440000" sp="280000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ret_1" descr="Editable line; source id ret_1"/>
          <p:cNvCxnSpPr/>
          <p:nvPr/>
        </p:nvCxnSpPr>
        <p:spPr>
          <a:xfrm flipH="1">
            <a:off x="7056437" y="2952749"/>
            <a:ext cx="3841750" cy="0"/>
          </a:xfrm>
          <a:prstGeom prst="line">
            <a:avLst/>
          </a:prstGeom>
          <a:ln w="19843">
            <a:solidFill>
              <a:srgbClr val="3C4753"/>
            </a:solidFill>
            <a:custDash>
              <a:ds d="440000" sp="280000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ret_2" descr="Editable line; source id ret_2"/>
          <p:cNvCxnSpPr/>
          <p:nvPr/>
        </p:nvCxnSpPr>
        <p:spPr>
          <a:xfrm>
            <a:off x="7056437" y="2952749"/>
            <a:ext cx="0" cy="754063"/>
          </a:xfrm>
          <a:prstGeom prst="line">
            <a:avLst/>
          </a:prstGeom>
          <a:ln w="19843">
            <a:solidFill>
              <a:srgbClr val="3C4753"/>
            </a:solidFill>
            <a:custDash>
              <a:ds d="440000" sp="280000"/>
            </a:custDash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2" name="ret_p" descr="Editable shape; source id ret_p"/>
          <p:cNvSpPr/>
          <p:nvPr/>
        </p:nvSpPr>
        <p:spPr>
          <a:xfrm>
            <a:off x="9905999" y="2793999"/>
            <a:ext cx="1341437" cy="30956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699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t_p_t" descr="Editable text; source id ret_p_t"/>
          <p:cNvSpPr txBox="1"/>
          <p:nvPr/>
        </p:nvSpPr>
        <p:spPr>
          <a:xfrm>
            <a:off x="9985374" y="2825749"/>
            <a:ext cx="1182687" cy="2460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40"/>
              </a:lnSpc>
              <a:spcBef>
                <a:spcPts val="0"/>
              </a:spcBef>
              <a:spcAft>
                <a:spcPts val="0"/>
              </a:spcAft>
              <a:defRPr sz="1124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defRPr>
            </a:pPr>
            <a:r>
              <a:rPr sz="1124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rPr>
              <a:t>issue </a:t>
            </a:r>
            <a:r>
              <a:rPr sz="1124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rPr>
              <a:t>路由返工</a:t>
            </a:r>
          </a:p>
        </p:txBody>
      </p:sp>
      <p:sp>
        <p:nvSpPr>
          <p:cNvPr id="194" name="led" descr="Editable shape; source id led"/>
          <p:cNvSpPr/>
          <p:nvPr/>
        </p:nvSpPr>
        <p:spPr>
          <a:xfrm>
            <a:off x="476249" y="5413374"/>
            <a:ext cx="11414124" cy="1349374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5081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led_b" descr="Editable shape; source id led_b"/>
          <p:cNvSpPr/>
          <p:nvPr/>
        </p:nvSpPr>
        <p:spPr>
          <a:xfrm>
            <a:off x="476249" y="5413374"/>
            <a:ext cx="47624" cy="1349374"/>
          </a:xfrm>
          <a:prstGeom prst="roundRect">
            <a:avLst>
              <a:gd name="adj" fmla="val 50000"/>
            </a:avLst>
          </a:prstGeom>
          <a:solidFill>
            <a:srgbClr val="1F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led_g_b" descr="Editable shape; source id led_g_b"/>
          <p:cNvSpPr/>
          <p:nvPr/>
        </p:nvSpPr>
        <p:spPr>
          <a:xfrm>
            <a:off x="650874" y="5532437"/>
            <a:ext cx="190499" cy="166687"/>
          </a:xfrm>
          <a:prstGeom prst="rect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7" name="led_g_r1" descr="Editable line; source id led_g_r1"/>
          <p:cNvCxnSpPr/>
          <p:nvPr/>
        </p:nvCxnSpPr>
        <p:spPr>
          <a:xfrm>
            <a:off x="650874" y="5587999"/>
            <a:ext cx="190500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led_g_r2" descr="Editable line; source id led_g_r2"/>
          <p:cNvCxnSpPr/>
          <p:nvPr/>
        </p:nvCxnSpPr>
        <p:spPr>
          <a:xfrm>
            <a:off x="650874" y="5643562"/>
            <a:ext cx="190500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led_g_c1" descr="Editable line; source id led_g_c1"/>
          <p:cNvCxnSpPr/>
          <p:nvPr/>
        </p:nvCxnSpPr>
        <p:spPr>
          <a:xfrm>
            <a:off x="714374" y="5532437"/>
            <a:ext cx="0" cy="166687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led_g_c2" descr="Editable line; source id led_g_c2"/>
          <p:cNvCxnSpPr/>
          <p:nvPr/>
        </p:nvCxnSpPr>
        <p:spPr>
          <a:xfrm>
            <a:off x="777874" y="5532437"/>
            <a:ext cx="0" cy="166687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led_t" descr="Editable text; source id led_t"/>
          <p:cNvSpPr txBox="1"/>
          <p:nvPr/>
        </p:nvSpPr>
        <p:spPr>
          <a:xfrm>
            <a:off x="936624" y="5484812"/>
            <a:ext cx="817562" cy="2936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015"/>
              </a:lnSpc>
              <a:spcBef>
                <a:spcPts val="0"/>
              </a:spcBef>
              <a:spcAft>
                <a:spcPts val="0"/>
              </a:spcAft>
              <a:defRPr sz="1374" b="1" i="0" lang="zh-CN" dirty="0">
                <a:solidFill>
                  <a:srgbClr val="0F4F58"/>
                </a:solidFill>
                <a:latin typeface="微软雅黑"/>
                <a:ea typeface="微软雅黑"/>
                <a:cs typeface="微软雅黑"/>
              </a:defRPr>
            </a:pPr>
            <a:r>
              <a:rPr sz="1374" b="1" i="0" lang="zh-CN" dirty="0">
                <a:solidFill>
                  <a:srgbClr val="0F4F58"/>
                </a:solidFill>
                <a:latin typeface="微软雅黑"/>
                <a:ea typeface="微软雅黑"/>
                <a:cs typeface="微软雅黑"/>
              </a:rPr>
              <a:t>回环账本</a:t>
            </a:r>
          </a:p>
        </p:txBody>
      </p:sp>
      <p:sp>
        <p:nvSpPr>
          <p:cNvPr id="202" name="led_s" descr="Editable text; source id led_s"/>
          <p:cNvSpPr txBox="1"/>
          <p:nvPr/>
        </p:nvSpPr>
        <p:spPr>
          <a:xfrm>
            <a:off x="1849437" y="5508624"/>
            <a:ext cx="1111249" cy="253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390"/>
              </a:lnSpc>
              <a:spcBef>
                <a:spcPts val="0"/>
              </a:spcBef>
              <a:spcAft>
                <a:spcPts val="0"/>
              </a:spcAft>
              <a:defRPr sz="1187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defRPr>
            </a:pPr>
            <a:r>
              <a:rPr sz="1187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rPr>
              <a:t>ledger.json</a:t>
            </a:r>
          </a:p>
        </p:txBody>
      </p:sp>
      <p:sp>
        <p:nvSpPr>
          <p:cNvPr id="203" name="led_c0_b" descr="Editable shape; source id led_c0_b"/>
          <p:cNvSpPr/>
          <p:nvPr/>
        </p:nvSpPr>
        <p:spPr>
          <a:xfrm>
            <a:off x="3349624" y="5540374"/>
            <a:ext cx="142874" cy="142874"/>
          </a:xfrm>
          <a:prstGeom prst="rect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4" name="led_c0_k_0" descr="Editable line; source id led_c0_k_0"/>
          <p:cNvCxnSpPr/>
          <p:nvPr/>
        </p:nvCxnSpPr>
        <p:spPr>
          <a:xfrm>
            <a:off x="3381374" y="5611812"/>
            <a:ext cx="31750" cy="31750"/>
          </a:xfrm>
          <a:prstGeom prst="line">
            <a:avLst/>
          </a:prstGeom>
          <a:ln w="23681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led_c0_k_1" descr="Editable line; source id led_c0_k_1"/>
          <p:cNvCxnSpPr/>
          <p:nvPr/>
        </p:nvCxnSpPr>
        <p:spPr>
          <a:xfrm flipV="1">
            <a:off x="3413124" y="5580062"/>
            <a:ext cx="55563" cy="63500"/>
          </a:xfrm>
          <a:prstGeom prst="line">
            <a:avLst/>
          </a:prstGeom>
          <a:ln w="23681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6" name="led_r0" descr="Editable shape; source id led_r0"/>
          <p:cNvSpPr/>
          <p:nvPr/>
        </p:nvSpPr>
        <p:spPr>
          <a:xfrm>
            <a:off x="3540124" y="5508624"/>
            <a:ext cx="1023937" cy="269874"/>
          </a:xfrm>
          <a:prstGeom prst="roundRect">
            <a:avLst>
              <a:gd name="adj" fmla="val 17647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led_r0_t" descr="Editable text; source id led_r0_t"/>
          <p:cNvSpPr txBox="1"/>
          <p:nvPr/>
        </p:nvSpPr>
        <p:spPr>
          <a:xfrm>
            <a:off x="3595687" y="5540374"/>
            <a:ext cx="912812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93"/>
              </a:lnSpc>
              <a:spcBef>
                <a:spcPts val="0"/>
              </a:spcBef>
              <a:spcAft>
                <a:spcPts val="0"/>
              </a:spcAft>
              <a:defRPr sz="1091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defRPr>
            </a:pPr>
            <a:r>
              <a:rPr sz="1091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rPr>
              <a:t>闸门</a:t>
            </a:r>
            <a:r>
              <a:rPr sz="1091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rPr>
              <a:t> gates</a:t>
            </a:r>
          </a:p>
        </p:txBody>
      </p:sp>
      <p:sp>
        <p:nvSpPr>
          <p:cNvPr id="208" name="led_c1_b" descr="Editable shape; source id led_c1_b"/>
          <p:cNvSpPr/>
          <p:nvPr/>
        </p:nvSpPr>
        <p:spPr>
          <a:xfrm>
            <a:off x="4722812" y="5540374"/>
            <a:ext cx="142874" cy="142874"/>
          </a:xfrm>
          <a:prstGeom prst="rect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9" name="led_c1_k_0" descr="Editable line; source id led_c1_k_0"/>
          <p:cNvCxnSpPr/>
          <p:nvPr/>
        </p:nvCxnSpPr>
        <p:spPr>
          <a:xfrm>
            <a:off x="4754562" y="5611812"/>
            <a:ext cx="31750" cy="31750"/>
          </a:xfrm>
          <a:prstGeom prst="line">
            <a:avLst/>
          </a:prstGeom>
          <a:ln w="23681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led_c1_k_1" descr="Editable line; source id led_c1_k_1"/>
          <p:cNvCxnSpPr/>
          <p:nvPr/>
        </p:nvCxnSpPr>
        <p:spPr>
          <a:xfrm flipV="1">
            <a:off x="4786312" y="5580062"/>
            <a:ext cx="55562" cy="63500"/>
          </a:xfrm>
          <a:prstGeom prst="line">
            <a:avLst/>
          </a:prstGeom>
          <a:ln w="23681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1" name="led_r1" descr="Editable shape; source id led_r1"/>
          <p:cNvSpPr/>
          <p:nvPr/>
        </p:nvSpPr>
        <p:spPr>
          <a:xfrm>
            <a:off x="4913312" y="5508624"/>
            <a:ext cx="1119187" cy="269874"/>
          </a:xfrm>
          <a:prstGeom prst="roundRect">
            <a:avLst>
              <a:gd name="adj" fmla="val 17647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led_r1_t" descr="Editable text; source id led_r1_t"/>
          <p:cNvSpPr txBox="1"/>
          <p:nvPr/>
        </p:nvSpPr>
        <p:spPr>
          <a:xfrm>
            <a:off x="4968874" y="5540374"/>
            <a:ext cx="1008062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93"/>
              </a:lnSpc>
              <a:spcBef>
                <a:spcPts val="0"/>
              </a:spcBef>
              <a:spcAft>
                <a:spcPts val="0"/>
              </a:spcAft>
              <a:defRPr sz="1091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defRPr>
            </a:pPr>
            <a:r>
              <a:rPr sz="1091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rPr>
              <a:t>问题</a:t>
            </a:r>
            <a:r>
              <a:rPr sz="1091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rPr>
              <a:t> issues</a:t>
            </a:r>
          </a:p>
        </p:txBody>
      </p:sp>
      <p:sp>
        <p:nvSpPr>
          <p:cNvPr id="213" name="led_c2_b" descr="Editable shape; source id led_c2_b"/>
          <p:cNvSpPr/>
          <p:nvPr/>
        </p:nvSpPr>
        <p:spPr>
          <a:xfrm>
            <a:off x="6191249" y="5540374"/>
            <a:ext cx="142874" cy="142874"/>
          </a:xfrm>
          <a:prstGeom prst="rect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4" name="led_c2_k_0" descr="Editable line; source id led_c2_k_0"/>
          <p:cNvCxnSpPr/>
          <p:nvPr/>
        </p:nvCxnSpPr>
        <p:spPr>
          <a:xfrm>
            <a:off x="6222999" y="5611812"/>
            <a:ext cx="31750" cy="31750"/>
          </a:xfrm>
          <a:prstGeom prst="line">
            <a:avLst/>
          </a:prstGeom>
          <a:ln w="23681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led_c2_k_1" descr="Editable line; source id led_c2_k_1"/>
          <p:cNvCxnSpPr/>
          <p:nvPr/>
        </p:nvCxnSpPr>
        <p:spPr>
          <a:xfrm flipV="1">
            <a:off x="6254749" y="5580062"/>
            <a:ext cx="55563" cy="63500"/>
          </a:xfrm>
          <a:prstGeom prst="line">
            <a:avLst/>
          </a:prstGeom>
          <a:ln w="23681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6" name="led_r2" descr="Editable shape; source id led_r2"/>
          <p:cNvSpPr/>
          <p:nvPr/>
        </p:nvSpPr>
        <p:spPr>
          <a:xfrm>
            <a:off x="6381749" y="5508624"/>
            <a:ext cx="841374" cy="269874"/>
          </a:xfrm>
          <a:prstGeom prst="roundRect">
            <a:avLst>
              <a:gd name="adj" fmla="val 17647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led_r2_t" descr="Editable text; source id led_r2_t"/>
          <p:cNvSpPr txBox="1"/>
          <p:nvPr/>
        </p:nvSpPr>
        <p:spPr>
          <a:xfrm>
            <a:off x="6437312" y="5540374"/>
            <a:ext cx="730249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93"/>
              </a:lnSpc>
              <a:spcBef>
                <a:spcPts val="0"/>
              </a:spcBef>
              <a:spcAft>
                <a:spcPts val="0"/>
              </a:spcAft>
              <a:defRPr sz="1091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defRPr>
            </a:pPr>
            <a:r>
              <a:rPr sz="1091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rPr>
              <a:t>日志</a:t>
            </a:r>
            <a:r>
              <a:rPr sz="1091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rPr>
              <a:t> log</a:t>
            </a:r>
          </a:p>
        </p:txBody>
      </p:sp>
      <p:sp>
        <p:nvSpPr>
          <p:cNvPr id="218" name="g_scope_confirmed" descr="Editable shape; source id g_scope_confirmed"/>
          <p:cNvSpPr/>
          <p:nvPr/>
        </p:nvSpPr>
        <p:spPr>
          <a:xfrm>
            <a:off x="555624" y="6167437"/>
            <a:ext cx="1611312" cy="277812"/>
          </a:xfrm>
          <a:prstGeom prst="roundRect">
            <a:avLst>
              <a:gd name="adj" fmla="val 50000"/>
            </a:avLst>
          </a:prstGeom>
          <a:solidFill>
            <a:srgbClr val="E6F2F3"/>
          </a:solidFill>
          <a:ln w="12699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g_scope_confirmed_t" descr="Editable text; source id g_scope_confirmed_t"/>
          <p:cNvSpPr txBox="1"/>
          <p:nvPr/>
        </p:nvSpPr>
        <p:spPr>
          <a:xfrm>
            <a:off x="634999" y="6183312"/>
            <a:ext cx="1452562" cy="2460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312"/>
              </a:lnSpc>
              <a:spcBef>
                <a:spcPts val="0"/>
              </a:spcBef>
              <a:spcAft>
                <a:spcPts val="0"/>
              </a:spcAft>
              <a:defRPr sz="1124" b="0" i="0" lang="zh-CN" dirty="0">
                <a:solidFill>
                  <a:srgbClr val="0F4F58"/>
                </a:solidFill>
                <a:latin typeface="微软雅黑"/>
                <a:ea typeface="微软雅黑"/>
                <a:cs typeface="微软雅黑"/>
              </a:defRPr>
            </a:pPr>
            <a:r>
              <a:rPr sz="1124" b="0" i="0" lang="zh-CN" dirty="0">
                <a:solidFill>
                  <a:srgbClr val="0F4F58"/>
                </a:solidFill>
                <a:latin typeface="微软雅黑"/>
                <a:ea typeface="微软雅黑"/>
                <a:cs typeface="微软雅黑"/>
              </a:rPr>
              <a:t>scope_confirmed</a:t>
            </a:r>
          </a:p>
        </p:txBody>
      </p:sp>
      <p:sp>
        <p:nvSpPr>
          <p:cNvPr id="220" name="g_lit_coverage" descr="Editable shape; source id g_lit_coverage"/>
          <p:cNvSpPr/>
          <p:nvPr/>
        </p:nvSpPr>
        <p:spPr>
          <a:xfrm>
            <a:off x="2539999" y="6016624"/>
            <a:ext cx="1341437" cy="277812"/>
          </a:xfrm>
          <a:prstGeom prst="roundRect">
            <a:avLst>
              <a:gd name="adj" fmla="val 50000"/>
            </a:avLst>
          </a:prstGeom>
          <a:solidFill>
            <a:srgbClr val="E6F2F3"/>
          </a:solidFill>
          <a:ln w="12699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g_lit_coverage_t" descr="Editable text; source id g_lit_coverage_t"/>
          <p:cNvSpPr txBox="1"/>
          <p:nvPr/>
        </p:nvSpPr>
        <p:spPr>
          <a:xfrm>
            <a:off x="2619374" y="6032499"/>
            <a:ext cx="1182687" cy="2460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312"/>
              </a:lnSpc>
              <a:spcBef>
                <a:spcPts val="0"/>
              </a:spcBef>
              <a:spcAft>
                <a:spcPts val="0"/>
              </a:spcAft>
              <a:defRPr sz="1124" b="0" i="0" lang="zh-CN" dirty="0">
                <a:solidFill>
                  <a:srgbClr val="0F4F58"/>
                </a:solidFill>
                <a:latin typeface="微软雅黑"/>
                <a:ea typeface="微软雅黑"/>
                <a:cs typeface="微软雅黑"/>
              </a:defRPr>
            </a:pPr>
            <a:r>
              <a:rPr sz="1124" b="0" i="0" lang="zh-CN" dirty="0">
                <a:solidFill>
                  <a:srgbClr val="0F4F58"/>
                </a:solidFill>
                <a:latin typeface="微软雅黑"/>
                <a:ea typeface="微软雅黑"/>
                <a:cs typeface="微软雅黑"/>
              </a:rPr>
              <a:t>lit_coverage</a:t>
            </a:r>
          </a:p>
        </p:txBody>
      </p:sp>
      <p:sp>
        <p:nvSpPr>
          <p:cNvPr id="222" name="g_style_bank_ready" descr="Editable shape; source id g_style_bank_ready"/>
          <p:cNvSpPr/>
          <p:nvPr/>
        </p:nvSpPr>
        <p:spPr>
          <a:xfrm>
            <a:off x="2365374" y="6318249"/>
            <a:ext cx="1698624" cy="277812"/>
          </a:xfrm>
          <a:prstGeom prst="roundRect">
            <a:avLst>
              <a:gd name="adj" fmla="val 50000"/>
            </a:avLst>
          </a:prstGeom>
          <a:solidFill>
            <a:srgbClr val="E6F2F3"/>
          </a:solidFill>
          <a:ln w="12699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g_style_bank_ready_t" descr="Editable text; source id g_style_bank_ready_t"/>
          <p:cNvSpPr txBox="1"/>
          <p:nvPr/>
        </p:nvSpPr>
        <p:spPr>
          <a:xfrm>
            <a:off x="2444749" y="6334124"/>
            <a:ext cx="1539874" cy="2460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312"/>
              </a:lnSpc>
              <a:spcBef>
                <a:spcPts val="0"/>
              </a:spcBef>
              <a:spcAft>
                <a:spcPts val="0"/>
              </a:spcAft>
              <a:defRPr sz="1124" b="0" i="0" lang="zh-CN" dirty="0">
                <a:solidFill>
                  <a:srgbClr val="0F4F58"/>
                </a:solidFill>
                <a:latin typeface="微软雅黑"/>
                <a:ea typeface="微软雅黑"/>
                <a:cs typeface="微软雅黑"/>
              </a:defRPr>
            </a:pPr>
            <a:r>
              <a:rPr sz="1124" b="0" i="0" lang="zh-CN" dirty="0">
                <a:solidFill>
                  <a:srgbClr val="0F4F58"/>
                </a:solidFill>
                <a:latin typeface="微软雅黑"/>
                <a:ea typeface="微软雅黑"/>
                <a:cs typeface="微软雅黑"/>
              </a:rPr>
              <a:t>style_bank_ready</a:t>
            </a:r>
          </a:p>
        </p:txBody>
      </p:sp>
      <p:sp>
        <p:nvSpPr>
          <p:cNvPr id="224" name="g_ref_integrity" descr="Editable shape; source id g_ref_integrity"/>
          <p:cNvSpPr/>
          <p:nvPr/>
        </p:nvSpPr>
        <p:spPr>
          <a:xfrm>
            <a:off x="4413249" y="6167437"/>
            <a:ext cx="1436687" cy="277812"/>
          </a:xfrm>
          <a:prstGeom prst="roundRect">
            <a:avLst>
              <a:gd name="adj" fmla="val 50000"/>
            </a:avLst>
          </a:prstGeom>
          <a:solidFill>
            <a:srgbClr val="E6F2F3"/>
          </a:solidFill>
          <a:ln w="12699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g_ref_integrity_t" descr="Editable text; source id g_ref_integrity_t"/>
          <p:cNvSpPr txBox="1"/>
          <p:nvPr/>
        </p:nvSpPr>
        <p:spPr>
          <a:xfrm>
            <a:off x="4492624" y="6183312"/>
            <a:ext cx="1277937" cy="2460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312"/>
              </a:lnSpc>
              <a:spcBef>
                <a:spcPts val="0"/>
              </a:spcBef>
              <a:spcAft>
                <a:spcPts val="0"/>
              </a:spcAft>
              <a:defRPr sz="1124" b="0" i="0" lang="zh-CN" dirty="0">
                <a:solidFill>
                  <a:srgbClr val="0F4F58"/>
                </a:solidFill>
                <a:latin typeface="微软雅黑"/>
                <a:ea typeface="微软雅黑"/>
                <a:cs typeface="微软雅黑"/>
              </a:defRPr>
            </a:pPr>
            <a:r>
              <a:rPr sz="1124" b="0" i="0" lang="zh-CN" dirty="0">
                <a:solidFill>
                  <a:srgbClr val="0F4F58"/>
                </a:solidFill>
                <a:latin typeface="微软雅黑"/>
                <a:ea typeface="微软雅黑"/>
                <a:cs typeface="微软雅黑"/>
              </a:rPr>
              <a:t>ref_integrity</a:t>
            </a:r>
          </a:p>
        </p:txBody>
      </p:sp>
      <p:sp>
        <p:nvSpPr>
          <p:cNvPr id="226" name="g_taxonomy_ready" descr="Editable shape; source id g_taxonomy_ready"/>
          <p:cNvSpPr/>
          <p:nvPr/>
        </p:nvSpPr>
        <p:spPr>
          <a:xfrm>
            <a:off x="6294437" y="6167437"/>
            <a:ext cx="1523999" cy="277812"/>
          </a:xfrm>
          <a:prstGeom prst="roundRect">
            <a:avLst>
              <a:gd name="adj" fmla="val 50000"/>
            </a:avLst>
          </a:prstGeom>
          <a:solidFill>
            <a:srgbClr val="E6F2F3"/>
          </a:solidFill>
          <a:ln w="12699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g_taxonomy_ready_t" descr="Editable text; source id g_taxonomy_ready_t"/>
          <p:cNvSpPr txBox="1"/>
          <p:nvPr/>
        </p:nvSpPr>
        <p:spPr>
          <a:xfrm>
            <a:off x="6373812" y="6183312"/>
            <a:ext cx="1365249" cy="2460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312"/>
              </a:lnSpc>
              <a:spcBef>
                <a:spcPts val="0"/>
              </a:spcBef>
              <a:spcAft>
                <a:spcPts val="0"/>
              </a:spcAft>
              <a:defRPr sz="1124" b="0" i="0" lang="zh-CN" dirty="0">
                <a:solidFill>
                  <a:srgbClr val="0F4F58"/>
                </a:solidFill>
                <a:latin typeface="微软雅黑"/>
                <a:ea typeface="微软雅黑"/>
                <a:cs typeface="微软雅黑"/>
              </a:defRPr>
            </a:pPr>
            <a:r>
              <a:rPr sz="1124" b="0" i="0" lang="zh-CN" dirty="0">
                <a:solidFill>
                  <a:srgbClr val="0F4F58"/>
                </a:solidFill>
                <a:latin typeface="微软雅黑"/>
                <a:ea typeface="微软雅黑"/>
                <a:cs typeface="微软雅黑"/>
              </a:rPr>
              <a:t>taxonomy_ready</a:t>
            </a:r>
          </a:p>
        </p:txBody>
      </p:sp>
      <p:sp>
        <p:nvSpPr>
          <p:cNvPr id="228" name="g_figures_ready" descr="Editable shape; source id g_figures_ready"/>
          <p:cNvSpPr/>
          <p:nvPr/>
        </p:nvSpPr>
        <p:spPr>
          <a:xfrm>
            <a:off x="8254999" y="5857874"/>
            <a:ext cx="1436687" cy="277812"/>
          </a:xfrm>
          <a:prstGeom prst="roundRect">
            <a:avLst>
              <a:gd name="adj" fmla="val 50000"/>
            </a:avLst>
          </a:prstGeom>
          <a:solidFill>
            <a:srgbClr val="E6F2F3"/>
          </a:solidFill>
          <a:ln w="12699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g_figures_ready_t" descr="Editable text; source id g_figures_ready_t"/>
          <p:cNvSpPr txBox="1"/>
          <p:nvPr/>
        </p:nvSpPr>
        <p:spPr>
          <a:xfrm>
            <a:off x="8334374" y="5873749"/>
            <a:ext cx="1277937" cy="2460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312"/>
              </a:lnSpc>
              <a:spcBef>
                <a:spcPts val="0"/>
              </a:spcBef>
              <a:spcAft>
                <a:spcPts val="0"/>
              </a:spcAft>
              <a:defRPr sz="1124" b="0" i="0" lang="zh-CN" dirty="0">
                <a:solidFill>
                  <a:srgbClr val="0F4F58"/>
                </a:solidFill>
                <a:latin typeface="微软雅黑"/>
                <a:ea typeface="微软雅黑"/>
                <a:cs typeface="微软雅黑"/>
              </a:defRPr>
            </a:pPr>
            <a:r>
              <a:rPr sz="1124" b="0" i="0" lang="zh-CN" dirty="0">
                <a:solidFill>
                  <a:srgbClr val="0F4F58"/>
                </a:solidFill>
                <a:latin typeface="微软雅黑"/>
                <a:ea typeface="微软雅黑"/>
                <a:cs typeface="微软雅黑"/>
              </a:rPr>
              <a:t>figures_ready</a:t>
            </a:r>
          </a:p>
        </p:txBody>
      </p:sp>
      <p:sp>
        <p:nvSpPr>
          <p:cNvPr id="230" name="g_draft_complete" descr="Editable shape; source id g_draft_complete"/>
          <p:cNvSpPr/>
          <p:nvPr/>
        </p:nvSpPr>
        <p:spPr>
          <a:xfrm>
            <a:off x="8215312" y="6167437"/>
            <a:ext cx="1523999" cy="277812"/>
          </a:xfrm>
          <a:prstGeom prst="roundRect">
            <a:avLst>
              <a:gd name="adj" fmla="val 50000"/>
            </a:avLst>
          </a:prstGeom>
          <a:solidFill>
            <a:srgbClr val="E6F2F3"/>
          </a:solidFill>
          <a:ln w="12699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g_draft_complete_t" descr="Editable text; source id g_draft_complete_t"/>
          <p:cNvSpPr txBox="1"/>
          <p:nvPr/>
        </p:nvSpPr>
        <p:spPr>
          <a:xfrm>
            <a:off x="8294687" y="6183312"/>
            <a:ext cx="1365249" cy="2460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312"/>
              </a:lnSpc>
              <a:spcBef>
                <a:spcPts val="0"/>
              </a:spcBef>
              <a:spcAft>
                <a:spcPts val="0"/>
              </a:spcAft>
              <a:defRPr sz="1124" b="0" i="0" lang="zh-CN" dirty="0">
                <a:solidFill>
                  <a:srgbClr val="0F4F58"/>
                </a:solidFill>
                <a:latin typeface="微软雅黑"/>
                <a:ea typeface="微软雅黑"/>
                <a:cs typeface="微软雅黑"/>
              </a:defRPr>
            </a:pPr>
            <a:r>
              <a:rPr sz="1124" b="0" i="0" lang="zh-CN" dirty="0">
                <a:solidFill>
                  <a:srgbClr val="0F4F58"/>
                </a:solidFill>
                <a:latin typeface="微软雅黑"/>
                <a:ea typeface="微软雅黑"/>
                <a:cs typeface="微软雅黑"/>
              </a:rPr>
              <a:t>draft_complete</a:t>
            </a:r>
          </a:p>
        </p:txBody>
      </p:sp>
      <p:sp>
        <p:nvSpPr>
          <p:cNvPr id="232" name="g_ideas_reviewed" descr="Editable shape; source id g_ideas_reviewed"/>
          <p:cNvSpPr/>
          <p:nvPr/>
        </p:nvSpPr>
        <p:spPr>
          <a:xfrm>
            <a:off x="8215312" y="6476999"/>
            <a:ext cx="1523999" cy="277812"/>
          </a:xfrm>
          <a:prstGeom prst="roundRect">
            <a:avLst>
              <a:gd name="adj" fmla="val 50000"/>
            </a:avLst>
          </a:prstGeom>
          <a:solidFill>
            <a:srgbClr val="E6F2F3"/>
          </a:solidFill>
          <a:ln w="12699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g_ideas_reviewed_t" descr="Editable text; source id g_ideas_reviewed_t"/>
          <p:cNvSpPr txBox="1"/>
          <p:nvPr/>
        </p:nvSpPr>
        <p:spPr>
          <a:xfrm>
            <a:off x="8294687" y="6492874"/>
            <a:ext cx="1365249" cy="2460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312"/>
              </a:lnSpc>
              <a:spcBef>
                <a:spcPts val="0"/>
              </a:spcBef>
              <a:spcAft>
                <a:spcPts val="0"/>
              </a:spcAft>
              <a:defRPr sz="1124" b="0" i="0" lang="zh-CN" dirty="0">
                <a:solidFill>
                  <a:srgbClr val="0F4F58"/>
                </a:solidFill>
                <a:latin typeface="微软雅黑"/>
                <a:ea typeface="微软雅黑"/>
                <a:cs typeface="微软雅黑"/>
              </a:defRPr>
            </a:pPr>
            <a:r>
              <a:rPr sz="1124" b="0" i="0" lang="zh-CN" dirty="0">
                <a:solidFill>
                  <a:srgbClr val="0F4F58"/>
                </a:solidFill>
                <a:latin typeface="微软雅黑"/>
                <a:ea typeface="微软雅黑"/>
                <a:cs typeface="微软雅黑"/>
              </a:rPr>
              <a:t>ideas_reviewed</a:t>
            </a:r>
          </a:p>
        </p:txBody>
      </p:sp>
      <p:sp>
        <p:nvSpPr>
          <p:cNvPr id="234" name="e_end_0" descr="Editable line; source id e_end_0"/>
          <p:cNvSpPr/>
          <p:nvPr/>
        </p:nvSpPr>
        <p:spPr>
          <a:xfrm>
            <a:off x="10850562" y="4460875"/>
            <a:ext cx="95250" cy="912812"/>
          </a:xfrm>
          <a:custGeom>
            <a:avLst/>
            <a:gdLst/>
            <a:ahLst/>
            <a:cxnLst/>
            <a:rect l="l" t="t" r="r" b="b"/>
            <a:pathLst>
              <a:path w="12000" h="115000">
                <a:moveTo>
                  <a:pt x="7250" y="0"/>
                </a:moveTo>
                <a:lnTo>
                  <a:pt x="7250" y="100000"/>
                </a:lnTo>
                <a:lnTo>
                  <a:pt x="12000" y="100000"/>
                </a:lnTo>
                <a:lnTo>
                  <a:pt x="6000" y="115000"/>
                </a:lnTo>
                <a:lnTo>
                  <a:pt x="0" y="100000"/>
                </a:lnTo>
                <a:lnTo>
                  <a:pt x="4750" y="100000"/>
                </a:lnTo>
                <a:lnTo>
                  <a:pt x="4750" y="0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end0" descr="Editable shape; source id end0"/>
          <p:cNvSpPr/>
          <p:nvPr/>
        </p:nvSpPr>
        <p:spPr>
          <a:xfrm>
            <a:off x="10271124" y="5476874"/>
            <a:ext cx="1254124" cy="277812"/>
          </a:xfrm>
          <a:prstGeom prst="roundRect">
            <a:avLst>
              <a:gd name="adj" fmla="val 50000"/>
            </a:avLst>
          </a:prstGeom>
          <a:solidFill>
            <a:srgbClr val="E6F2F3"/>
          </a:solidFill>
          <a:ln w="12699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end0_t" descr="Editable text; source id end0_t"/>
          <p:cNvSpPr txBox="1"/>
          <p:nvPr/>
        </p:nvSpPr>
        <p:spPr>
          <a:xfrm>
            <a:off x="10350499" y="5492749"/>
            <a:ext cx="1095374" cy="2460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312"/>
              </a:lnSpc>
              <a:spcBef>
                <a:spcPts val="0"/>
              </a:spcBef>
              <a:spcAft>
                <a:spcPts val="0"/>
              </a:spcAft>
              <a:defRPr sz="1124" b="0" i="0" lang="zh-CN" dirty="0">
                <a:solidFill>
                  <a:srgbClr val="0F4F58"/>
                </a:solidFill>
                <a:latin typeface="微软雅黑"/>
                <a:ea typeface="微软雅黑"/>
                <a:cs typeface="微软雅黑"/>
              </a:defRPr>
            </a:pPr>
            <a:r>
              <a:rPr sz="1124" b="0" i="0" lang="zh-CN" dirty="0">
                <a:solidFill>
                  <a:srgbClr val="0F4F58"/>
                </a:solidFill>
                <a:latin typeface="微软雅黑"/>
                <a:ea typeface="微软雅黑"/>
                <a:cs typeface="微软雅黑"/>
              </a:rPr>
              <a:t>review_pass</a:t>
            </a:r>
          </a:p>
        </p:txBody>
      </p:sp>
      <p:sp>
        <p:nvSpPr>
          <p:cNvPr id="237" name="end1" descr="Editable shape; source id end1"/>
          <p:cNvSpPr/>
          <p:nvPr/>
        </p:nvSpPr>
        <p:spPr>
          <a:xfrm>
            <a:off x="10017124" y="5968999"/>
            <a:ext cx="1770062" cy="277812"/>
          </a:xfrm>
          <a:prstGeom prst="roundRect">
            <a:avLst>
              <a:gd name="adj" fmla="val 50000"/>
            </a:avLst>
          </a:prstGeom>
          <a:solidFill>
            <a:srgbClr val="E6F2F3"/>
          </a:solidFill>
          <a:ln w="12699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end1_t" descr="Editable text; source id end1_t"/>
          <p:cNvSpPr txBox="1"/>
          <p:nvPr/>
        </p:nvSpPr>
        <p:spPr>
          <a:xfrm>
            <a:off x="10096499" y="5984874"/>
            <a:ext cx="1611312" cy="2460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40"/>
              </a:lnSpc>
              <a:spcBef>
                <a:spcPts val="0"/>
              </a:spcBef>
              <a:spcAft>
                <a:spcPts val="0"/>
              </a:spcAft>
              <a:defRPr sz="1124" b="0" i="0" lang="zh-CN" dirty="0">
                <a:solidFill>
                  <a:srgbClr val="0F4F58"/>
                </a:solidFill>
                <a:latin typeface="微软雅黑"/>
                <a:ea typeface="微软雅黑"/>
                <a:cs typeface="微软雅黑"/>
              </a:defRPr>
            </a:pPr>
            <a:r>
              <a:rPr sz="1124" b="0" i="0" lang="zh-CN" dirty="0">
                <a:solidFill>
                  <a:srgbClr val="0F4F58"/>
                </a:solidFill>
                <a:latin typeface="微软雅黑"/>
                <a:ea typeface="微软雅黑"/>
                <a:cs typeface="微软雅黑"/>
              </a:rPr>
              <a:t>check-done </a:t>
            </a:r>
            <a:r>
              <a:rPr sz="1124" b="0" i="0" lang="zh-CN" dirty="0">
                <a:solidFill>
                  <a:srgbClr val="0F4F58"/>
                </a:solidFill>
                <a:latin typeface="微软雅黑"/>
                <a:ea typeface="微软雅黑"/>
                <a:cs typeface="微软雅黑"/>
              </a:rPr>
              <a:t>退出码</a:t>
            </a:r>
            <a:r>
              <a:rPr sz="1124" b="0" i="0" lang="zh-CN" dirty="0">
                <a:solidFill>
                  <a:srgbClr val="0F4F58"/>
                </a:solidFill>
                <a:latin typeface="微软雅黑"/>
                <a:ea typeface="微软雅黑"/>
                <a:cs typeface="微软雅黑"/>
              </a:rPr>
              <a:t> 0</a:t>
            </a:r>
          </a:p>
        </p:txBody>
      </p:sp>
      <p:sp>
        <p:nvSpPr>
          <p:cNvPr id="239" name="end_a1" descr="Editable line; source id end_a1"/>
          <p:cNvSpPr/>
          <p:nvPr/>
        </p:nvSpPr>
        <p:spPr>
          <a:xfrm>
            <a:off x="10866437" y="5794375"/>
            <a:ext cx="63500" cy="127000"/>
          </a:xfrm>
          <a:custGeom>
            <a:avLst/>
            <a:gdLst/>
            <a:ahLst/>
            <a:cxnLst/>
            <a:rect l="l" t="t" r="r" b="b"/>
            <a:pathLst>
              <a:path w="8000" h="16000">
                <a:moveTo>
                  <a:pt x="5100" y="0"/>
                </a:moveTo>
                <a:lnTo>
                  <a:pt x="5100" y="7000"/>
                </a:lnTo>
                <a:lnTo>
                  <a:pt x="8000" y="7000"/>
                </a:lnTo>
                <a:lnTo>
                  <a:pt x="4000" y="16000"/>
                </a:lnTo>
                <a:lnTo>
                  <a:pt x="0" y="7000"/>
                </a:lnTo>
                <a:lnTo>
                  <a:pt x="2900" y="7000"/>
                </a:lnTo>
                <a:lnTo>
                  <a:pt x="2900" y="0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end2" descr="Editable shape; source id end2"/>
          <p:cNvSpPr/>
          <p:nvPr/>
        </p:nvSpPr>
        <p:spPr>
          <a:xfrm>
            <a:off x="10453687" y="6445249"/>
            <a:ext cx="888999" cy="277812"/>
          </a:xfrm>
          <a:prstGeom prst="roundRect">
            <a:avLst>
              <a:gd name="adj" fmla="val 17142"/>
            </a:avLst>
          </a:prstGeom>
          <a:solidFill>
            <a:srgbClr val="EEF2F7"/>
          </a:solidFill>
          <a:ln w="12699">
            <a:solidFill>
              <a:srgbClr val="5B7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end2_t" descr="Editable text; source id end2_t"/>
          <p:cNvSpPr txBox="1"/>
          <p:nvPr/>
        </p:nvSpPr>
        <p:spPr>
          <a:xfrm>
            <a:off x="10509249" y="6476999"/>
            <a:ext cx="777874" cy="2143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93"/>
              </a:lnSpc>
              <a:spcBef>
                <a:spcPts val="0"/>
              </a:spcBef>
              <a:spcAft>
                <a:spcPts val="0"/>
              </a:spcAft>
              <a:defRPr sz="1091" b="1" i="0" lang="zh-CN" dirty="0">
                <a:solidFill>
                  <a:srgbClr val="2B3E57"/>
                </a:solidFill>
                <a:latin typeface="微软雅黑"/>
                <a:ea typeface="微软雅黑"/>
                <a:cs typeface="微软雅黑"/>
              </a:defRPr>
            </a:pPr>
            <a:r>
              <a:rPr sz="1091" b="1" i="0" lang="zh-CN" dirty="0">
                <a:solidFill>
                  <a:srgbClr val="2B3E57"/>
                </a:solidFill>
                <a:latin typeface="微软雅黑"/>
                <a:ea typeface="微软雅黑"/>
                <a:cs typeface="微软雅黑"/>
              </a:rPr>
              <a:t>终稿交付</a:t>
            </a:r>
          </a:p>
        </p:txBody>
      </p:sp>
      <p:sp>
        <p:nvSpPr>
          <p:cNvPr id="242" name="end_a2" descr="Editable line; source id end_a2"/>
          <p:cNvSpPr/>
          <p:nvPr/>
        </p:nvSpPr>
        <p:spPr>
          <a:xfrm>
            <a:off x="10866437" y="6286500"/>
            <a:ext cx="63500" cy="127000"/>
          </a:xfrm>
          <a:custGeom>
            <a:avLst/>
            <a:gdLst/>
            <a:ahLst/>
            <a:cxnLst/>
            <a:rect l="l" t="t" r="r" b="b"/>
            <a:pathLst>
              <a:path w="8000" h="16000">
                <a:moveTo>
                  <a:pt x="5100" y="0"/>
                </a:moveTo>
                <a:lnTo>
                  <a:pt x="5100" y="7000"/>
                </a:lnTo>
                <a:lnTo>
                  <a:pt x="8000" y="7000"/>
                </a:lnTo>
                <a:lnTo>
                  <a:pt x="4000" y="16000"/>
                </a:lnTo>
                <a:lnTo>
                  <a:pt x="0" y="7000"/>
                </a:lnTo>
                <a:lnTo>
                  <a:pt x="2900" y="7000"/>
                </a:lnTo>
                <a:lnTo>
                  <a:pt x="2900" y="0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3" name="lk_f_0" descr="Editable line; source id lk_f_0"/>
          <p:cNvCxnSpPr/>
          <p:nvPr/>
        </p:nvCxnSpPr>
        <p:spPr>
          <a:xfrm flipH="1">
            <a:off x="301624" y="1881187"/>
            <a:ext cx="134938" cy="0"/>
          </a:xfrm>
          <a:prstGeom prst="line">
            <a:avLst/>
          </a:prstGeom>
          <a:ln w="19843">
            <a:solidFill>
              <a:srgbClr val="3C47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lk_f_1" descr="Editable line; source id lk_f_1"/>
          <p:cNvCxnSpPr/>
          <p:nvPr/>
        </p:nvCxnSpPr>
        <p:spPr>
          <a:xfrm>
            <a:off x="301624" y="1881187"/>
            <a:ext cx="0" cy="4008437"/>
          </a:xfrm>
          <a:prstGeom prst="line">
            <a:avLst/>
          </a:prstGeom>
          <a:ln w="19843">
            <a:solidFill>
              <a:srgbClr val="3C47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5" name="lk_f_2" descr="Editable line; source id lk_f_2"/>
          <p:cNvSpPr/>
          <p:nvPr/>
        </p:nvSpPr>
        <p:spPr>
          <a:xfrm>
            <a:off x="301625" y="5842000"/>
            <a:ext cx="134937" cy="95250"/>
          </a:xfrm>
          <a:custGeom>
            <a:avLst/>
            <a:gdLst/>
            <a:ahLst/>
            <a:cxnLst/>
            <a:rect l="l" t="t" r="r" b="b"/>
            <a:pathLst>
              <a:path w="17000" h="12000">
                <a:moveTo>
                  <a:pt x="0" y="4750"/>
                </a:moveTo>
                <a:lnTo>
                  <a:pt x="2000" y="4750"/>
                </a:lnTo>
                <a:lnTo>
                  <a:pt x="2000" y="0"/>
                </a:lnTo>
                <a:lnTo>
                  <a:pt x="17000" y="6000"/>
                </a:lnTo>
                <a:lnTo>
                  <a:pt x="2000" y="12000"/>
                </a:lnTo>
                <a:lnTo>
                  <a:pt x="2000" y="7250"/>
                </a:lnTo>
                <a:lnTo>
                  <a:pt x="0" y="7250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lk_f_p" descr="Editable shape; source id lk_f_p"/>
          <p:cNvSpPr/>
          <p:nvPr/>
        </p:nvSpPr>
        <p:spPr>
          <a:xfrm>
            <a:off x="269874" y="4603749"/>
            <a:ext cx="1833562" cy="30956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699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lk_f_p_t" descr="Editable text; source id lk_f_p_t"/>
          <p:cNvSpPr txBox="1"/>
          <p:nvPr/>
        </p:nvSpPr>
        <p:spPr>
          <a:xfrm>
            <a:off x="349249" y="4635499"/>
            <a:ext cx="1674812" cy="2460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40"/>
              </a:lnSpc>
              <a:spcBef>
                <a:spcPts val="0"/>
              </a:spcBef>
              <a:spcAft>
                <a:spcPts val="0"/>
              </a:spcAft>
              <a:defRPr sz="1124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defRPr>
            </a:pPr>
            <a:r>
              <a:rPr sz="1124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rPr>
              <a:t>loopctl </a:t>
            </a:r>
            <a:r>
              <a:rPr sz="1124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rPr>
              <a:t>读写</a:t>
            </a:r>
            <a:r>
              <a:rPr sz="1124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124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rPr>
              <a:t>文件锁</a:t>
            </a:r>
          </a:p>
        </p:txBody>
      </p:sp>
      <p:sp>
        <p:nvSpPr>
          <p:cNvPr id="248" name="lk_b_0" descr="Editable line; source id lk_b_0"/>
          <p:cNvSpPr/>
          <p:nvPr/>
        </p:nvSpPr>
        <p:spPr>
          <a:xfrm>
            <a:off x="301625" y="1833562"/>
            <a:ext cx="134937" cy="95250"/>
          </a:xfrm>
          <a:custGeom>
            <a:avLst/>
            <a:gdLst/>
            <a:ahLst/>
            <a:cxnLst/>
            <a:rect l="l" t="t" r="r" b="b"/>
            <a:pathLst>
              <a:path w="17000" h="12000">
                <a:moveTo>
                  <a:pt x="0" y="4750"/>
                </a:moveTo>
                <a:lnTo>
                  <a:pt x="2000" y="4750"/>
                </a:lnTo>
                <a:lnTo>
                  <a:pt x="2000" y="0"/>
                </a:lnTo>
                <a:lnTo>
                  <a:pt x="17000" y="6000"/>
                </a:lnTo>
                <a:lnTo>
                  <a:pt x="2000" y="12000"/>
                </a:lnTo>
                <a:lnTo>
                  <a:pt x="2000" y="7250"/>
                </a:lnTo>
                <a:lnTo>
                  <a:pt x="0" y="7250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695960" y="287655"/>
            <a:ext cx="9149715" cy="482600"/>
          </a:xfrm>
        </p:spPr>
        <p:txBody>
          <a:bodyPr/>
          <a:lstStyle/>
          <a:p>
            <a:r>
              <a:rPr kumimoji="1" lang="zh-CN" altLang="en-US" sz="2800" b="1" dirty="0">
                <a:solidFill>
                  <a:schemeClr val="tx1"/>
                </a:solidFill>
              </a:rPr>
              <a:t>多智能体并行回环 2/2：互搏通道与机械闸门</a:t>
            </a:r>
            <a:endParaRPr kumimoji="1" lang="en-US" altLang="zh-CN" sz="2800" b="1" dirty="0">
              <a:solidFill>
                <a:schemeClr val="tx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0" y="220345"/>
            <a:ext cx="420370" cy="617220"/>
          </a:xfrm>
          <a:prstGeom prst="rect">
            <a:avLst/>
          </a:prstGeom>
          <a:solidFill>
            <a:srgbClr val="0356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524510" y="220345"/>
            <a:ext cx="171450" cy="617220"/>
          </a:xfrm>
          <a:prstGeom prst="rect">
            <a:avLst/>
          </a:prstGeom>
          <a:solidFill>
            <a:srgbClr val="0356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zX" descr="Editable shape; source id zX"/>
          <p:cNvSpPr/>
          <p:nvPr/>
        </p:nvSpPr>
        <p:spPr>
          <a:xfrm>
            <a:off x="2206624" y="1777999"/>
            <a:ext cx="3730624" cy="4071937"/>
          </a:xfrm>
          <a:prstGeom prst="roundRect">
            <a:avLst>
              <a:gd name="adj" fmla="val 2978"/>
            </a:avLst>
          </a:prstGeom>
          <a:solidFill>
            <a:srgbClr val="EEF2F7"/>
          </a:solidFill>
          <a:ln w="12699">
            <a:solidFill>
              <a:srgbClr val="5B7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zX_l" descr="Editable text; source id zX_l"/>
          <p:cNvSpPr txBox="1"/>
          <p:nvPr/>
        </p:nvSpPr>
        <p:spPr>
          <a:xfrm>
            <a:off x="2349499" y="1857374"/>
            <a:ext cx="1063624" cy="3571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359"/>
              </a:lnSpc>
              <a:spcBef>
                <a:spcPts val="0"/>
              </a:spcBef>
              <a:spcAft>
                <a:spcPts val="0"/>
              </a:spcAft>
              <a:defRPr sz="1624" b="1" i="0" lang="zh-CN" dirty="0">
                <a:solidFill>
                  <a:srgbClr val="2B3E57"/>
                </a:solidFill>
                <a:latin typeface="微软雅黑"/>
                <a:ea typeface="微软雅黑"/>
                <a:cs typeface="微软雅黑"/>
              </a:defRPr>
            </a:pPr>
            <a:r>
              <a:rPr sz="1624" b="1" i="0" lang="zh-CN" dirty="0">
                <a:solidFill>
                  <a:srgbClr val="2B3E57"/>
                </a:solidFill>
                <a:latin typeface="微软雅黑"/>
                <a:ea typeface="微软雅黑"/>
                <a:cs typeface="微软雅黑"/>
              </a:rPr>
              <a:t>互搏通道</a:t>
            </a:r>
          </a:p>
        </p:txBody>
      </p:sp>
      <p:sp>
        <p:nvSpPr>
          <p:cNvPr id="8" name="c1" descr="Editable shape; source id c1"/>
          <p:cNvSpPr/>
          <p:nvPr/>
        </p:nvSpPr>
        <p:spPr>
          <a:xfrm>
            <a:off x="2333624" y="2293937"/>
            <a:ext cx="3476624" cy="738187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5081">
            <a:solidFill>
              <a:srgbClr val="5B7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1_b" descr="Editable shape; source id c1_b"/>
          <p:cNvSpPr/>
          <p:nvPr/>
        </p:nvSpPr>
        <p:spPr>
          <a:xfrm>
            <a:off x="2333624" y="2293937"/>
            <a:ext cx="47624" cy="738187"/>
          </a:xfrm>
          <a:prstGeom prst="roundRect">
            <a:avLst>
              <a:gd name="adj" fmla="val 50000"/>
            </a:avLst>
          </a:prstGeom>
          <a:solidFill>
            <a:srgbClr val="5B75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1_g_s0" descr="Editable shape; source id c1_g_s0"/>
          <p:cNvSpPr/>
          <p:nvPr/>
        </p:nvSpPr>
        <p:spPr>
          <a:xfrm>
            <a:off x="2524124" y="2397124"/>
            <a:ext cx="119062" cy="182562"/>
          </a:xfrm>
          <a:prstGeom prst="rect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1_g_l1" descr="Editable line; source id c1_g_l1"/>
          <p:cNvCxnSpPr/>
          <p:nvPr/>
        </p:nvCxnSpPr>
        <p:spPr>
          <a:xfrm>
            <a:off x="2555874" y="2468562"/>
            <a:ext cx="79375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1_g_l2" descr="Editable line; source id c1_g_l2"/>
          <p:cNvCxnSpPr/>
          <p:nvPr/>
        </p:nvCxnSpPr>
        <p:spPr>
          <a:xfrm>
            <a:off x="2555874" y="2500312"/>
            <a:ext cx="79375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1_g_l3" descr="Editable line; source id c1_g_l3"/>
          <p:cNvCxnSpPr/>
          <p:nvPr/>
        </p:nvCxnSpPr>
        <p:spPr>
          <a:xfrm>
            <a:off x="2555874" y="2539999"/>
            <a:ext cx="55563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1_g_q_0" descr="Editable line; source id c1_g_q_0"/>
          <p:cNvCxnSpPr/>
          <p:nvPr/>
        </p:nvCxnSpPr>
        <p:spPr>
          <a:xfrm>
            <a:off x="2579687" y="2476499"/>
            <a:ext cx="39687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1_g_q_1" descr="Editable line; source id c1_g_q_1"/>
          <p:cNvCxnSpPr/>
          <p:nvPr/>
        </p:nvCxnSpPr>
        <p:spPr>
          <a:xfrm>
            <a:off x="2619374" y="2476499"/>
            <a:ext cx="0" cy="39688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1_g_q_2" descr="Editable line; source id c1_g_q_2"/>
          <p:cNvCxnSpPr/>
          <p:nvPr/>
        </p:nvCxnSpPr>
        <p:spPr>
          <a:xfrm flipH="1">
            <a:off x="2595562" y="2516187"/>
            <a:ext cx="23812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1_g_q_3" descr="Editable line; source id c1_g_q_3"/>
          <p:cNvCxnSpPr/>
          <p:nvPr/>
        </p:nvCxnSpPr>
        <p:spPr>
          <a:xfrm>
            <a:off x="2595562" y="2516187"/>
            <a:ext cx="0" cy="23812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1_p_a" descr="Editable shape; source id c1_p_a"/>
          <p:cNvSpPr/>
          <p:nvPr/>
        </p:nvSpPr>
        <p:spPr>
          <a:xfrm>
            <a:off x="2793999" y="2357437"/>
            <a:ext cx="666749" cy="269874"/>
          </a:xfrm>
          <a:prstGeom prst="roundRect">
            <a:avLst>
              <a:gd name="adj" fmla="val 17647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1_p_a_t" descr="Editable text; source id c1_p_a_t"/>
          <p:cNvSpPr txBox="1"/>
          <p:nvPr/>
        </p:nvSpPr>
        <p:spPr>
          <a:xfrm>
            <a:off x="2849562" y="2389187"/>
            <a:ext cx="555624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93"/>
              </a:lnSpc>
              <a:spcBef>
                <a:spcPts val="0"/>
              </a:spcBef>
              <a:spcAft>
                <a:spcPts val="0"/>
              </a:spcAft>
              <a:defRPr sz="1091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defRPr>
            </a:pPr>
            <a:r>
              <a:rPr sz="1091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rPr>
              <a:t>执行者</a:t>
            </a:r>
          </a:p>
        </p:txBody>
      </p:sp>
      <p:sp>
        <p:nvSpPr>
          <p:cNvPr id="20" name="c1_p_b" descr="Editable shape; source id c1_p_b"/>
          <p:cNvSpPr/>
          <p:nvPr/>
        </p:nvSpPr>
        <p:spPr>
          <a:xfrm>
            <a:off x="3762374" y="2357437"/>
            <a:ext cx="666749" cy="269874"/>
          </a:xfrm>
          <a:prstGeom prst="roundRect">
            <a:avLst>
              <a:gd name="adj" fmla="val 17647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1_p_b_t" descr="Editable text; source id c1_p_b_t"/>
          <p:cNvSpPr txBox="1"/>
          <p:nvPr/>
        </p:nvSpPr>
        <p:spPr>
          <a:xfrm>
            <a:off x="3817937" y="2389187"/>
            <a:ext cx="555624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93"/>
              </a:lnSpc>
              <a:spcBef>
                <a:spcPts val="0"/>
              </a:spcBef>
              <a:spcAft>
                <a:spcPts val="0"/>
              </a:spcAft>
              <a:defRPr sz="1091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defRPr>
            </a:pPr>
            <a:r>
              <a:rPr sz="1091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rPr>
              <a:t>审稿人</a:t>
            </a:r>
          </a:p>
        </p:txBody>
      </p:sp>
      <p:sp>
        <p:nvSpPr>
          <p:cNvPr id="22" name="c1_p_l" descr="Editable line; source id c1_p_l"/>
          <p:cNvSpPr/>
          <p:nvPr/>
        </p:nvSpPr>
        <p:spPr>
          <a:xfrm>
            <a:off x="3500437" y="2460625"/>
            <a:ext cx="222250" cy="63500"/>
          </a:xfrm>
          <a:custGeom>
            <a:avLst/>
            <a:gdLst/>
            <a:ahLst/>
            <a:cxnLst/>
            <a:rect l="l" t="t" r="r" b="b"/>
            <a:pathLst>
              <a:path w="28000" h="8000">
                <a:moveTo>
                  <a:pt x="0" y="2900"/>
                </a:moveTo>
                <a:lnTo>
                  <a:pt x="19000" y="2900"/>
                </a:lnTo>
                <a:lnTo>
                  <a:pt x="19000" y="0"/>
                </a:lnTo>
                <a:lnTo>
                  <a:pt x="28000" y="4000"/>
                </a:lnTo>
                <a:lnTo>
                  <a:pt x="19000" y="8000"/>
                </a:lnTo>
                <a:lnTo>
                  <a:pt x="19000" y="5100"/>
                </a:lnTo>
                <a:lnTo>
                  <a:pt x="0" y="5100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1_p_r" descr="Editable line; source id c1_p_r"/>
          <p:cNvSpPr/>
          <p:nvPr/>
        </p:nvSpPr>
        <p:spPr>
          <a:xfrm>
            <a:off x="3500437" y="2460625"/>
            <a:ext cx="222250" cy="63500"/>
          </a:xfrm>
          <a:custGeom>
            <a:avLst/>
            <a:gdLst/>
            <a:ahLst/>
            <a:cxnLst/>
            <a:rect l="l" t="t" r="r" b="b"/>
            <a:pathLst>
              <a:path w="28000" h="8000">
                <a:moveTo>
                  <a:pt x="28000" y="5100"/>
                </a:moveTo>
                <a:lnTo>
                  <a:pt x="9000" y="5100"/>
                </a:lnTo>
                <a:lnTo>
                  <a:pt x="9000" y="8000"/>
                </a:lnTo>
                <a:lnTo>
                  <a:pt x="0" y="4000"/>
                </a:lnTo>
                <a:lnTo>
                  <a:pt x="9000" y="0"/>
                </a:lnTo>
                <a:lnTo>
                  <a:pt x="9000" y="2900"/>
                </a:lnTo>
                <a:lnTo>
                  <a:pt x="28000" y="2900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1_k0" descr="Editable text; source id c1_k0"/>
          <p:cNvSpPr txBox="1"/>
          <p:nvPr/>
        </p:nvSpPr>
        <p:spPr>
          <a:xfrm>
            <a:off x="2476499" y="2682874"/>
            <a:ext cx="3238499" cy="253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734"/>
              </a:lnSpc>
              <a:spcBef>
                <a:spcPts val="0"/>
              </a:spcBef>
              <a:spcAft>
                <a:spcPts val="0"/>
              </a:spcAft>
              <a:defRPr sz="1187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defRPr>
            </a:pPr>
            <a:r>
              <a:rPr sz="1187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rPr>
              <a:t>独立上下文</a:t>
            </a:r>
            <a:r>
              <a:rPr sz="1187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187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rPr>
              <a:t>三视角</a:t>
            </a:r>
            <a:r>
              <a:rPr sz="1187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187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rPr>
              <a:t>两轮起</a:t>
            </a:r>
          </a:p>
        </p:txBody>
      </p:sp>
      <p:sp>
        <p:nvSpPr>
          <p:cNvPr id="25" name="c2" descr="Editable shape; source id c2"/>
          <p:cNvSpPr/>
          <p:nvPr/>
        </p:nvSpPr>
        <p:spPr>
          <a:xfrm>
            <a:off x="2333624" y="3111499"/>
            <a:ext cx="3476624" cy="738187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5081">
            <a:solidFill>
              <a:srgbClr val="5B7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2_b" descr="Editable shape; source id c2_b"/>
          <p:cNvSpPr/>
          <p:nvPr/>
        </p:nvSpPr>
        <p:spPr>
          <a:xfrm>
            <a:off x="2333624" y="3111499"/>
            <a:ext cx="47624" cy="738187"/>
          </a:xfrm>
          <a:prstGeom prst="roundRect">
            <a:avLst>
              <a:gd name="adj" fmla="val 50000"/>
            </a:avLst>
          </a:prstGeom>
          <a:solidFill>
            <a:srgbClr val="5B75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2_g_n_0" descr="Editable line; source id c2_g_n_0"/>
          <p:cNvCxnSpPr/>
          <p:nvPr/>
        </p:nvCxnSpPr>
        <p:spPr>
          <a:xfrm>
            <a:off x="2579687" y="3206749"/>
            <a:ext cx="0" cy="71438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2_g_n_1" descr="Editable line; source id c2_g_n_1"/>
          <p:cNvCxnSpPr/>
          <p:nvPr/>
        </p:nvCxnSpPr>
        <p:spPr>
          <a:xfrm flipH="1">
            <a:off x="2508249" y="3278187"/>
            <a:ext cx="71438" cy="12700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2_g_n_2" descr="Editable line; source id c2_g_n_2"/>
          <p:cNvCxnSpPr/>
          <p:nvPr/>
        </p:nvCxnSpPr>
        <p:spPr>
          <a:xfrm>
            <a:off x="2508249" y="3405187"/>
            <a:ext cx="190500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2_g_n_3" descr="Editable line; source id c2_g_n_3"/>
          <p:cNvCxnSpPr/>
          <p:nvPr/>
        </p:nvCxnSpPr>
        <p:spPr>
          <a:xfrm flipH="1" flipV="1">
            <a:off x="2627312" y="3278187"/>
            <a:ext cx="71437" cy="12700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2_g_n_4" descr="Editable line; source id c2_g_n_4"/>
          <p:cNvCxnSpPr/>
          <p:nvPr/>
        </p:nvCxnSpPr>
        <p:spPr>
          <a:xfrm flipV="1">
            <a:off x="2627312" y="3206749"/>
            <a:ext cx="0" cy="71438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2_g_m" descr="Editable line; source id c2_g_m"/>
          <p:cNvCxnSpPr/>
          <p:nvPr/>
        </p:nvCxnSpPr>
        <p:spPr>
          <a:xfrm>
            <a:off x="2571749" y="3206749"/>
            <a:ext cx="63500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c2_g_d1" descr="Editable shape; source id c2_g_d1"/>
          <p:cNvSpPr/>
          <p:nvPr/>
        </p:nvSpPr>
        <p:spPr>
          <a:xfrm>
            <a:off x="2571749" y="3349624"/>
            <a:ext cx="23812" cy="23812"/>
          </a:xfrm>
          <a:prstGeom prst="ellipse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2_g_d2" descr="Editable shape; source id c2_g_d2"/>
          <p:cNvSpPr/>
          <p:nvPr/>
        </p:nvSpPr>
        <p:spPr>
          <a:xfrm>
            <a:off x="2619374" y="3365499"/>
            <a:ext cx="15874" cy="15874"/>
          </a:xfrm>
          <a:prstGeom prst="ellipse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2_p_a" descr="Editable shape; source id c2_p_a"/>
          <p:cNvSpPr/>
          <p:nvPr/>
        </p:nvSpPr>
        <p:spPr>
          <a:xfrm>
            <a:off x="2793999" y="3174999"/>
            <a:ext cx="666749" cy="269874"/>
          </a:xfrm>
          <a:prstGeom prst="roundRect">
            <a:avLst>
              <a:gd name="adj" fmla="val 17647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2_p_a_t" descr="Editable text; source id c2_p_a_t"/>
          <p:cNvSpPr txBox="1"/>
          <p:nvPr/>
        </p:nvSpPr>
        <p:spPr>
          <a:xfrm>
            <a:off x="2849562" y="3206749"/>
            <a:ext cx="555624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93"/>
              </a:lnSpc>
              <a:spcBef>
                <a:spcPts val="0"/>
              </a:spcBef>
              <a:spcAft>
                <a:spcPts val="0"/>
              </a:spcAft>
              <a:defRPr sz="1091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defRPr>
            </a:pPr>
            <a:r>
              <a:rPr sz="1091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rPr>
              <a:t>提案者</a:t>
            </a:r>
          </a:p>
        </p:txBody>
      </p:sp>
      <p:sp>
        <p:nvSpPr>
          <p:cNvPr id="37" name="c2_p_b" descr="Editable shape; source id c2_p_b"/>
          <p:cNvSpPr/>
          <p:nvPr/>
        </p:nvSpPr>
        <p:spPr>
          <a:xfrm>
            <a:off x="3762374" y="3174999"/>
            <a:ext cx="666749" cy="269874"/>
          </a:xfrm>
          <a:prstGeom prst="roundRect">
            <a:avLst>
              <a:gd name="adj" fmla="val 17647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c2_p_b_t" descr="Editable text; source id c2_p_b_t"/>
          <p:cNvSpPr txBox="1"/>
          <p:nvPr/>
        </p:nvSpPr>
        <p:spPr>
          <a:xfrm>
            <a:off x="3817937" y="3206749"/>
            <a:ext cx="555624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93"/>
              </a:lnSpc>
              <a:spcBef>
                <a:spcPts val="0"/>
              </a:spcBef>
              <a:spcAft>
                <a:spcPts val="0"/>
              </a:spcAft>
              <a:defRPr sz="1091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defRPr>
            </a:pPr>
            <a:r>
              <a:rPr sz="1091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rPr>
              <a:t>攻击者</a:t>
            </a:r>
          </a:p>
        </p:txBody>
      </p:sp>
      <p:sp>
        <p:nvSpPr>
          <p:cNvPr id="39" name="c2_p_l" descr="Editable line; source id c2_p_l"/>
          <p:cNvSpPr/>
          <p:nvPr/>
        </p:nvSpPr>
        <p:spPr>
          <a:xfrm>
            <a:off x="3500437" y="3278187"/>
            <a:ext cx="222250" cy="63500"/>
          </a:xfrm>
          <a:custGeom>
            <a:avLst/>
            <a:gdLst/>
            <a:ahLst/>
            <a:cxnLst/>
            <a:rect l="l" t="t" r="r" b="b"/>
            <a:pathLst>
              <a:path w="28000" h="8000">
                <a:moveTo>
                  <a:pt x="0" y="2900"/>
                </a:moveTo>
                <a:lnTo>
                  <a:pt x="19000" y="2900"/>
                </a:lnTo>
                <a:lnTo>
                  <a:pt x="19000" y="0"/>
                </a:lnTo>
                <a:lnTo>
                  <a:pt x="28000" y="4000"/>
                </a:lnTo>
                <a:lnTo>
                  <a:pt x="19000" y="8000"/>
                </a:lnTo>
                <a:lnTo>
                  <a:pt x="19000" y="5100"/>
                </a:lnTo>
                <a:lnTo>
                  <a:pt x="0" y="5100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c2_p_r" descr="Editable line; source id c2_p_r"/>
          <p:cNvSpPr/>
          <p:nvPr/>
        </p:nvSpPr>
        <p:spPr>
          <a:xfrm>
            <a:off x="3500437" y="3278187"/>
            <a:ext cx="222250" cy="63500"/>
          </a:xfrm>
          <a:custGeom>
            <a:avLst/>
            <a:gdLst/>
            <a:ahLst/>
            <a:cxnLst/>
            <a:rect l="l" t="t" r="r" b="b"/>
            <a:pathLst>
              <a:path w="28000" h="8000">
                <a:moveTo>
                  <a:pt x="28000" y="5100"/>
                </a:moveTo>
                <a:lnTo>
                  <a:pt x="9000" y="5100"/>
                </a:lnTo>
                <a:lnTo>
                  <a:pt x="9000" y="8000"/>
                </a:lnTo>
                <a:lnTo>
                  <a:pt x="0" y="4000"/>
                </a:lnTo>
                <a:lnTo>
                  <a:pt x="9000" y="0"/>
                </a:lnTo>
                <a:lnTo>
                  <a:pt x="9000" y="2900"/>
                </a:lnTo>
                <a:lnTo>
                  <a:pt x="28000" y="2900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c2_k0" descr="Editable text; source id c2_k0"/>
          <p:cNvSpPr txBox="1"/>
          <p:nvPr/>
        </p:nvSpPr>
        <p:spPr>
          <a:xfrm>
            <a:off x="2476499" y="3500437"/>
            <a:ext cx="3238499" cy="253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734"/>
              </a:lnSpc>
              <a:spcBef>
                <a:spcPts val="0"/>
              </a:spcBef>
              <a:spcAft>
                <a:spcPts val="0"/>
              </a:spcAft>
              <a:defRPr sz="1187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defRPr>
            </a:pPr>
            <a:r>
              <a:rPr sz="1187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rPr>
              <a:t>实验构想内部对抗</a:t>
            </a:r>
            <a:r>
              <a:rPr sz="1187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187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rPr>
              <a:t>引用二审</a:t>
            </a:r>
          </a:p>
        </p:txBody>
      </p:sp>
      <p:sp>
        <p:nvSpPr>
          <p:cNvPr id="42" name="c3" descr="Editable shape; source id c3"/>
          <p:cNvSpPr/>
          <p:nvPr/>
        </p:nvSpPr>
        <p:spPr>
          <a:xfrm>
            <a:off x="2333624" y="3929062"/>
            <a:ext cx="3476624" cy="738187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5081">
            <a:solidFill>
              <a:srgbClr val="5B7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c3_b" descr="Editable shape; source id c3_b"/>
          <p:cNvSpPr/>
          <p:nvPr/>
        </p:nvSpPr>
        <p:spPr>
          <a:xfrm>
            <a:off x="2333624" y="3929062"/>
            <a:ext cx="47624" cy="738187"/>
          </a:xfrm>
          <a:prstGeom prst="roundRect">
            <a:avLst>
              <a:gd name="adj" fmla="val 50000"/>
            </a:avLst>
          </a:prstGeom>
          <a:solidFill>
            <a:srgbClr val="5B75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" name="c3_g_a_0" descr="Editable line; source id c3_g_a_0"/>
          <p:cNvCxnSpPr/>
          <p:nvPr/>
        </p:nvCxnSpPr>
        <p:spPr>
          <a:xfrm>
            <a:off x="2500312" y="4214812"/>
            <a:ext cx="47625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3_g_a_1" descr="Editable line; source id c3_g_a_1"/>
          <p:cNvCxnSpPr/>
          <p:nvPr/>
        </p:nvCxnSpPr>
        <p:spPr>
          <a:xfrm flipV="1">
            <a:off x="2547937" y="4063999"/>
            <a:ext cx="31750" cy="150813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3_g_a_2" descr="Editable line; source id c3_g_a_2"/>
          <p:cNvCxnSpPr/>
          <p:nvPr/>
        </p:nvCxnSpPr>
        <p:spPr>
          <a:xfrm>
            <a:off x="2579687" y="4063999"/>
            <a:ext cx="63500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3_g_a_3" descr="Editable line; source id c3_g_a_3"/>
          <p:cNvCxnSpPr/>
          <p:nvPr/>
        </p:nvCxnSpPr>
        <p:spPr>
          <a:xfrm>
            <a:off x="2643187" y="4063999"/>
            <a:ext cx="39687" cy="150813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3_g_a_4" descr="Editable line; source id c3_g_a_4"/>
          <p:cNvCxnSpPr/>
          <p:nvPr/>
        </p:nvCxnSpPr>
        <p:spPr>
          <a:xfrm>
            <a:off x="2682874" y="4214812"/>
            <a:ext cx="23813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c3_p_a" descr="Editable shape; source id c3_p_a"/>
          <p:cNvSpPr/>
          <p:nvPr/>
        </p:nvSpPr>
        <p:spPr>
          <a:xfrm>
            <a:off x="2793999" y="3992562"/>
            <a:ext cx="515937" cy="269874"/>
          </a:xfrm>
          <a:prstGeom prst="roundRect">
            <a:avLst>
              <a:gd name="adj" fmla="val 17647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c3_p_a_t" descr="Editable text; source id c3_p_a_t"/>
          <p:cNvSpPr txBox="1"/>
          <p:nvPr/>
        </p:nvSpPr>
        <p:spPr>
          <a:xfrm>
            <a:off x="2849562" y="4024312"/>
            <a:ext cx="404812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93"/>
              </a:lnSpc>
              <a:spcBef>
                <a:spcPts val="0"/>
              </a:spcBef>
              <a:spcAft>
                <a:spcPts val="0"/>
              </a:spcAft>
              <a:defRPr sz="1091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defRPr>
            </a:pPr>
            <a:r>
              <a:rPr sz="1091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rPr>
              <a:t>候选</a:t>
            </a:r>
          </a:p>
        </p:txBody>
      </p:sp>
      <p:sp>
        <p:nvSpPr>
          <p:cNvPr id="51" name="c3_p_b" descr="Editable shape; source id c3_p_b"/>
          <p:cNvSpPr/>
          <p:nvPr/>
        </p:nvSpPr>
        <p:spPr>
          <a:xfrm>
            <a:off x="3611562" y="3992562"/>
            <a:ext cx="515937" cy="269874"/>
          </a:xfrm>
          <a:prstGeom prst="roundRect">
            <a:avLst>
              <a:gd name="adj" fmla="val 17647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c3_p_b_t" descr="Editable text; source id c3_p_b_t"/>
          <p:cNvSpPr txBox="1"/>
          <p:nvPr/>
        </p:nvSpPr>
        <p:spPr>
          <a:xfrm>
            <a:off x="3667124" y="4024312"/>
            <a:ext cx="404812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93"/>
              </a:lnSpc>
              <a:spcBef>
                <a:spcPts val="0"/>
              </a:spcBef>
              <a:spcAft>
                <a:spcPts val="0"/>
              </a:spcAft>
              <a:defRPr sz="1091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defRPr>
            </a:pPr>
            <a:r>
              <a:rPr sz="1091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rPr>
              <a:t>审计</a:t>
            </a:r>
          </a:p>
        </p:txBody>
      </p:sp>
      <p:sp>
        <p:nvSpPr>
          <p:cNvPr id="53" name="c3_p_l" descr="Editable line; source id c3_p_l"/>
          <p:cNvSpPr/>
          <p:nvPr/>
        </p:nvSpPr>
        <p:spPr>
          <a:xfrm>
            <a:off x="3349625" y="4095750"/>
            <a:ext cx="222250" cy="63500"/>
          </a:xfrm>
          <a:custGeom>
            <a:avLst/>
            <a:gdLst/>
            <a:ahLst/>
            <a:cxnLst/>
            <a:rect l="l" t="t" r="r" b="b"/>
            <a:pathLst>
              <a:path w="28000" h="8000">
                <a:moveTo>
                  <a:pt x="0" y="2900"/>
                </a:moveTo>
                <a:lnTo>
                  <a:pt x="19000" y="2900"/>
                </a:lnTo>
                <a:lnTo>
                  <a:pt x="19000" y="0"/>
                </a:lnTo>
                <a:lnTo>
                  <a:pt x="28000" y="4000"/>
                </a:lnTo>
                <a:lnTo>
                  <a:pt x="19000" y="8000"/>
                </a:lnTo>
                <a:lnTo>
                  <a:pt x="19000" y="5100"/>
                </a:lnTo>
                <a:lnTo>
                  <a:pt x="0" y="5100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c3_p_r" descr="Editable line; source id c3_p_r"/>
          <p:cNvSpPr/>
          <p:nvPr/>
        </p:nvSpPr>
        <p:spPr>
          <a:xfrm>
            <a:off x="3349625" y="4095750"/>
            <a:ext cx="222250" cy="63500"/>
          </a:xfrm>
          <a:custGeom>
            <a:avLst/>
            <a:gdLst/>
            <a:ahLst/>
            <a:cxnLst/>
            <a:rect l="l" t="t" r="r" b="b"/>
            <a:pathLst>
              <a:path w="28000" h="8000">
                <a:moveTo>
                  <a:pt x="28000" y="5100"/>
                </a:moveTo>
                <a:lnTo>
                  <a:pt x="9000" y="5100"/>
                </a:lnTo>
                <a:lnTo>
                  <a:pt x="9000" y="8000"/>
                </a:lnTo>
                <a:lnTo>
                  <a:pt x="0" y="4000"/>
                </a:lnTo>
                <a:lnTo>
                  <a:pt x="9000" y="0"/>
                </a:lnTo>
                <a:lnTo>
                  <a:pt x="9000" y="2900"/>
                </a:lnTo>
                <a:lnTo>
                  <a:pt x="28000" y="2900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c3_k0" descr="Editable text; source id c3_k0"/>
          <p:cNvSpPr txBox="1"/>
          <p:nvPr/>
        </p:nvSpPr>
        <p:spPr>
          <a:xfrm>
            <a:off x="2476499" y="4317999"/>
            <a:ext cx="3238499" cy="253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734"/>
              </a:lnSpc>
              <a:spcBef>
                <a:spcPts val="0"/>
              </a:spcBef>
              <a:spcAft>
                <a:spcPts val="0"/>
              </a:spcAft>
              <a:defRPr sz="1187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defRPr>
            </a:pPr>
            <a:r>
              <a:rPr sz="1187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rPr>
              <a:t>图件两轮候选制</a:t>
            </a:r>
            <a:r>
              <a:rPr sz="1187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rPr>
              <a:t> · issue </a:t>
            </a:r>
            <a:r>
              <a:rPr sz="1187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rPr>
              <a:t>台账</a:t>
            </a:r>
          </a:p>
        </p:txBody>
      </p:sp>
      <p:sp>
        <p:nvSpPr>
          <p:cNvPr id="56" name="c4" descr="Editable shape; source id c4"/>
          <p:cNvSpPr/>
          <p:nvPr/>
        </p:nvSpPr>
        <p:spPr>
          <a:xfrm>
            <a:off x="2333624" y="4746624"/>
            <a:ext cx="3476624" cy="1008062"/>
          </a:xfrm>
          <a:prstGeom prst="roundRect">
            <a:avLst>
              <a:gd name="adj" fmla="val 7086"/>
            </a:avLst>
          </a:prstGeom>
          <a:solidFill>
            <a:srgbClr val="FFFFFF"/>
          </a:solidFill>
          <a:ln w="15081">
            <a:solidFill>
              <a:srgbClr val="5B7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c4_b" descr="Editable shape; source id c4_b"/>
          <p:cNvSpPr/>
          <p:nvPr/>
        </p:nvSpPr>
        <p:spPr>
          <a:xfrm>
            <a:off x="2333624" y="4746624"/>
            <a:ext cx="47624" cy="1008062"/>
          </a:xfrm>
          <a:prstGeom prst="roundRect">
            <a:avLst>
              <a:gd name="adj" fmla="val 50000"/>
            </a:avLst>
          </a:prstGeom>
          <a:solidFill>
            <a:srgbClr val="5B75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c4_g_b0" descr="Editable shape; source id c4_g_b0"/>
          <p:cNvSpPr/>
          <p:nvPr/>
        </p:nvSpPr>
        <p:spPr>
          <a:xfrm>
            <a:off x="2508249" y="4865687"/>
            <a:ext cx="47624" cy="47624"/>
          </a:xfrm>
          <a:prstGeom prst="rect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c4_g_l0" descr="Editable line; source id c4_g_l0"/>
          <p:cNvCxnSpPr/>
          <p:nvPr/>
        </p:nvCxnSpPr>
        <p:spPr>
          <a:xfrm>
            <a:off x="2587624" y="4897437"/>
            <a:ext cx="119063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4_g_k0_0" descr="Editable line; source id c4_g_k0_0"/>
          <p:cNvCxnSpPr/>
          <p:nvPr/>
        </p:nvCxnSpPr>
        <p:spPr>
          <a:xfrm>
            <a:off x="2516187" y="4897437"/>
            <a:ext cx="15875" cy="15875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4_g_k0_1" descr="Editable line; source id c4_g_k0_1"/>
          <p:cNvCxnSpPr/>
          <p:nvPr/>
        </p:nvCxnSpPr>
        <p:spPr>
          <a:xfrm flipV="1">
            <a:off x="2532062" y="4881562"/>
            <a:ext cx="23812" cy="3175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c4_g_b1" descr="Editable shape; source id c4_g_b1"/>
          <p:cNvSpPr/>
          <p:nvPr/>
        </p:nvSpPr>
        <p:spPr>
          <a:xfrm>
            <a:off x="2508249" y="4937124"/>
            <a:ext cx="47624" cy="47624"/>
          </a:xfrm>
          <a:prstGeom prst="rect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" name="c4_g_l1" descr="Editable line; source id c4_g_l1"/>
          <p:cNvCxnSpPr/>
          <p:nvPr/>
        </p:nvCxnSpPr>
        <p:spPr>
          <a:xfrm>
            <a:off x="2587624" y="4960937"/>
            <a:ext cx="119063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4_g_k1_0" descr="Editable line; source id c4_g_k1_0"/>
          <p:cNvCxnSpPr/>
          <p:nvPr/>
        </p:nvCxnSpPr>
        <p:spPr>
          <a:xfrm>
            <a:off x="2516187" y="4960937"/>
            <a:ext cx="15875" cy="15875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4_g_k1_1" descr="Editable line; source id c4_g_k1_1"/>
          <p:cNvCxnSpPr/>
          <p:nvPr/>
        </p:nvCxnSpPr>
        <p:spPr>
          <a:xfrm flipV="1">
            <a:off x="2532062" y="4945062"/>
            <a:ext cx="23812" cy="3175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c4_g_b2" descr="Editable shape; source id c4_g_b2"/>
          <p:cNvSpPr/>
          <p:nvPr/>
        </p:nvSpPr>
        <p:spPr>
          <a:xfrm>
            <a:off x="2508249" y="5000624"/>
            <a:ext cx="47624" cy="47624"/>
          </a:xfrm>
          <a:prstGeom prst="rect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" name="c4_g_l2" descr="Editable line; source id c4_g_l2"/>
          <p:cNvCxnSpPr/>
          <p:nvPr/>
        </p:nvCxnSpPr>
        <p:spPr>
          <a:xfrm>
            <a:off x="2587624" y="5024437"/>
            <a:ext cx="119063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c4_p_a" descr="Editable shape; source id c4_p_a"/>
          <p:cNvSpPr/>
          <p:nvPr/>
        </p:nvSpPr>
        <p:spPr>
          <a:xfrm>
            <a:off x="2793999" y="4810124"/>
            <a:ext cx="515937" cy="269874"/>
          </a:xfrm>
          <a:prstGeom prst="roundRect">
            <a:avLst>
              <a:gd name="adj" fmla="val 17647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c4_p_a_t" descr="Editable text; source id c4_p_a_t"/>
          <p:cNvSpPr txBox="1"/>
          <p:nvPr/>
        </p:nvSpPr>
        <p:spPr>
          <a:xfrm>
            <a:off x="2849562" y="4841874"/>
            <a:ext cx="404812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93"/>
              </a:lnSpc>
              <a:spcBef>
                <a:spcPts val="0"/>
              </a:spcBef>
              <a:spcAft>
                <a:spcPts val="0"/>
              </a:spcAft>
              <a:defRPr sz="1091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defRPr>
            </a:pPr>
            <a:r>
              <a:rPr sz="1091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rPr>
              <a:t>稿件</a:t>
            </a:r>
          </a:p>
        </p:txBody>
      </p:sp>
      <p:sp>
        <p:nvSpPr>
          <p:cNvPr id="70" name="c4_p_b" descr="Editable shape; source id c4_p_b"/>
          <p:cNvSpPr/>
          <p:nvPr/>
        </p:nvSpPr>
        <p:spPr>
          <a:xfrm>
            <a:off x="3611562" y="4810124"/>
            <a:ext cx="817562" cy="269874"/>
          </a:xfrm>
          <a:prstGeom prst="roundRect">
            <a:avLst>
              <a:gd name="adj" fmla="val 17647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c4_p_b_t" descr="Editable text; source id c4_p_b_t"/>
          <p:cNvSpPr txBox="1"/>
          <p:nvPr/>
        </p:nvSpPr>
        <p:spPr>
          <a:xfrm>
            <a:off x="3667124" y="4841874"/>
            <a:ext cx="706437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93"/>
              </a:lnSpc>
              <a:spcBef>
                <a:spcPts val="0"/>
              </a:spcBef>
              <a:spcAft>
                <a:spcPts val="0"/>
              </a:spcAft>
              <a:defRPr sz="1091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defRPr>
            </a:pPr>
            <a:r>
              <a:rPr sz="1091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rPr>
              <a:t>机械守卫</a:t>
            </a:r>
          </a:p>
        </p:txBody>
      </p:sp>
      <p:sp>
        <p:nvSpPr>
          <p:cNvPr id="72" name="c4_p_l" descr="Editable line; source id c4_p_l"/>
          <p:cNvSpPr/>
          <p:nvPr/>
        </p:nvSpPr>
        <p:spPr>
          <a:xfrm>
            <a:off x="3349625" y="4913312"/>
            <a:ext cx="222250" cy="63500"/>
          </a:xfrm>
          <a:custGeom>
            <a:avLst/>
            <a:gdLst/>
            <a:ahLst/>
            <a:cxnLst/>
            <a:rect l="l" t="t" r="r" b="b"/>
            <a:pathLst>
              <a:path w="28000" h="8000">
                <a:moveTo>
                  <a:pt x="0" y="2900"/>
                </a:moveTo>
                <a:lnTo>
                  <a:pt x="19000" y="2900"/>
                </a:lnTo>
                <a:lnTo>
                  <a:pt x="19000" y="0"/>
                </a:lnTo>
                <a:lnTo>
                  <a:pt x="28000" y="4000"/>
                </a:lnTo>
                <a:lnTo>
                  <a:pt x="19000" y="8000"/>
                </a:lnTo>
                <a:lnTo>
                  <a:pt x="19000" y="5100"/>
                </a:lnTo>
                <a:lnTo>
                  <a:pt x="0" y="5100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c4_p_r" descr="Editable line; source id c4_p_r"/>
          <p:cNvSpPr/>
          <p:nvPr/>
        </p:nvSpPr>
        <p:spPr>
          <a:xfrm>
            <a:off x="3349625" y="4913312"/>
            <a:ext cx="222250" cy="63500"/>
          </a:xfrm>
          <a:custGeom>
            <a:avLst/>
            <a:gdLst/>
            <a:ahLst/>
            <a:cxnLst/>
            <a:rect l="l" t="t" r="r" b="b"/>
            <a:pathLst>
              <a:path w="28000" h="8000">
                <a:moveTo>
                  <a:pt x="28000" y="5100"/>
                </a:moveTo>
                <a:lnTo>
                  <a:pt x="9000" y="5100"/>
                </a:lnTo>
                <a:lnTo>
                  <a:pt x="9000" y="8000"/>
                </a:lnTo>
                <a:lnTo>
                  <a:pt x="0" y="4000"/>
                </a:lnTo>
                <a:lnTo>
                  <a:pt x="9000" y="0"/>
                </a:lnTo>
                <a:lnTo>
                  <a:pt x="9000" y="2900"/>
                </a:lnTo>
                <a:lnTo>
                  <a:pt x="28000" y="2900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c4_k0" descr="Editable text; source id c4_k0"/>
          <p:cNvSpPr txBox="1"/>
          <p:nvPr/>
        </p:nvSpPr>
        <p:spPr>
          <a:xfrm>
            <a:off x="2476499" y="5135562"/>
            <a:ext cx="3238499" cy="253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390"/>
              </a:lnSpc>
              <a:spcBef>
                <a:spcPts val="0"/>
              </a:spcBef>
              <a:spcAft>
                <a:spcPts val="0"/>
              </a:spcAft>
              <a:defRPr sz="1187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defRPr>
            </a:pPr>
            <a:r>
              <a:rPr sz="1187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rPr>
              <a:t>bib_guard · tex_guard · pdf_guard</a:t>
            </a:r>
          </a:p>
        </p:txBody>
      </p:sp>
      <p:sp>
        <p:nvSpPr>
          <p:cNvPr id="75" name="c4_k1" descr="Editable text; source id c4_k1"/>
          <p:cNvSpPr txBox="1"/>
          <p:nvPr/>
        </p:nvSpPr>
        <p:spPr>
          <a:xfrm>
            <a:off x="2476499" y="5405437"/>
            <a:ext cx="3238499" cy="253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734"/>
              </a:lnSpc>
              <a:spcBef>
                <a:spcPts val="0"/>
              </a:spcBef>
              <a:spcAft>
                <a:spcPts val="0"/>
              </a:spcAft>
              <a:defRPr sz="1187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defRPr>
            </a:pPr>
            <a:r>
              <a:rPr sz="1187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rPr>
              <a:t>语言守卫</a:t>
            </a:r>
            <a:r>
              <a:rPr sz="1187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187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rPr>
              <a:t>检查不过即返工，模型说了不算</a:t>
            </a:r>
          </a:p>
        </p:txBody>
      </p:sp>
      <p:sp>
        <p:nvSpPr>
          <p:cNvPr id="76" name="prod" descr="Editable shape; source id prod"/>
          <p:cNvSpPr/>
          <p:nvPr/>
        </p:nvSpPr>
        <p:spPr>
          <a:xfrm>
            <a:off x="301624" y="3174999"/>
            <a:ext cx="1666874" cy="1690687"/>
          </a:xfrm>
          <a:prstGeom prst="roundRect">
            <a:avLst>
              <a:gd name="adj" fmla="val 4285"/>
            </a:avLst>
          </a:prstGeom>
          <a:solidFill>
            <a:srgbClr val="FFFFFF"/>
          </a:solidFill>
          <a:ln w="15081">
            <a:solidFill>
              <a:srgbClr val="5B7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prod_b" descr="Editable shape; source id prod_b"/>
          <p:cNvSpPr/>
          <p:nvPr/>
        </p:nvSpPr>
        <p:spPr>
          <a:xfrm>
            <a:off x="301624" y="3174999"/>
            <a:ext cx="47624" cy="1690687"/>
          </a:xfrm>
          <a:prstGeom prst="roundRect">
            <a:avLst>
              <a:gd name="adj" fmla="val 50000"/>
            </a:avLst>
          </a:prstGeom>
          <a:solidFill>
            <a:srgbClr val="5B75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prod_g_s2" descr="Editable shape; source id prod_g_s2"/>
          <p:cNvSpPr/>
          <p:nvPr/>
        </p:nvSpPr>
        <p:spPr>
          <a:xfrm>
            <a:off x="539749" y="3325812"/>
            <a:ext cx="119062" cy="182562"/>
          </a:xfrm>
          <a:prstGeom prst="rect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prod_g_s1" descr="Editable shape; source id prod_g_s1"/>
          <p:cNvSpPr/>
          <p:nvPr/>
        </p:nvSpPr>
        <p:spPr>
          <a:xfrm>
            <a:off x="515937" y="3301999"/>
            <a:ext cx="119062" cy="182562"/>
          </a:xfrm>
          <a:prstGeom prst="rect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prod_g_s0" descr="Editable shape; source id prod_g_s0"/>
          <p:cNvSpPr/>
          <p:nvPr/>
        </p:nvSpPr>
        <p:spPr>
          <a:xfrm>
            <a:off x="492124" y="3278187"/>
            <a:ext cx="119062" cy="182562"/>
          </a:xfrm>
          <a:prstGeom prst="rect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1" name="prod_g_l1" descr="Editable line; source id prod_g_l1"/>
          <p:cNvCxnSpPr/>
          <p:nvPr/>
        </p:nvCxnSpPr>
        <p:spPr>
          <a:xfrm>
            <a:off x="523874" y="3349624"/>
            <a:ext cx="79375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prod_g_l2" descr="Editable line; source id prod_g_l2"/>
          <p:cNvCxnSpPr/>
          <p:nvPr/>
        </p:nvCxnSpPr>
        <p:spPr>
          <a:xfrm>
            <a:off x="523874" y="3381374"/>
            <a:ext cx="79375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prod_g_l3" descr="Editable line; source id prod_g_l3"/>
          <p:cNvCxnSpPr/>
          <p:nvPr/>
        </p:nvCxnSpPr>
        <p:spPr>
          <a:xfrm>
            <a:off x="523874" y="3421062"/>
            <a:ext cx="55563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prod_t" descr="Editable text; source id prod_t"/>
          <p:cNvSpPr txBox="1"/>
          <p:nvPr/>
        </p:nvSpPr>
        <p:spPr>
          <a:xfrm>
            <a:off x="761999" y="3246437"/>
            <a:ext cx="817562" cy="2936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015"/>
              </a:lnSpc>
              <a:spcBef>
                <a:spcPts val="0"/>
              </a:spcBef>
              <a:spcAft>
                <a:spcPts val="0"/>
              </a:spcAft>
              <a:defRPr sz="1374" b="1" i="0" lang="zh-CN" dirty="0">
                <a:solidFill>
                  <a:srgbClr val="2B3E57"/>
                </a:solidFill>
                <a:latin typeface="微软雅黑"/>
                <a:ea typeface="微软雅黑"/>
                <a:cs typeface="微软雅黑"/>
              </a:defRPr>
            </a:pPr>
            <a:r>
              <a:rPr sz="1374" b="1" i="0" lang="zh-CN" dirty="0">
                <a:solidFill>
                  <a:srgbClr val="2B3E57"/>
                </a:solidFill>
                <a:latin typeface="微软雅黑"/>
                <a:ea typeface="微软雅黑"/>
                <a:cs typeface="微软雅黑"/>
              </a:rPr>
              <a:t>本轮产物</a:t>
            </a:r>
          </a:p>
        </p:txBody>
      </p:sp>
      <p:sp>
        <p:nvSpPr>
          <p:cNvPr id="85" name="prod_v_t0" descr="Editable shape; source id prod_v_t0"/>
          <p:cNvSpPr/>
          <p:nvPr/>
        </p:nvSpPr>
        <p:spPr>
          <a:xfrm>
            <a:off x="444499" y="3603624"/>
            <a:ext cx="1428749" cy="269874"/>
          </a:xfrm>
          <a:prstGeom prst="roundRect">
            <a:avLst>
              <a:gd name="adj" fmla="val 17647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prod_v_t0_t" descr="Editable text; source id prod_v_t0_t"/>
          <p:cNvSpPr txBox="1"/>
          <p:nvPr/>
        </p:nvSpPr>
        <p:spPr>
          <a:xfrm>
            <a:off x="500062" y="3635374"/>
            <a:ext cx="1317624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93"/>
              </a:lnSpc>
              <a:spcBef>
                <a:spcPts val="0"/>
              </a:spcBef>
              <a:spcAft>
                <a:spcPts val="0"/>
              </a:spcAft>
              <a:defRPr sz="1091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defRPr>
            </a:pPr>
            <a:r>
              <a:rPr sz="1091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rPr>
              <a:t>稿件</a:t>
            </a:r>
          </a:p>
        </p:txBody>
      </p:sp>
      <p:sp>
        <p:nvSpPr>
          <p:cNvPr id="87" name="prod_v_t1" descr="Editable shape; source id prod_v_t1"/>
          <p:cNvSpPr/>
          <p:nvPr/>
        </p:nvSpPr>
        <p:spPr>
          <a:xfrm>
            <a:off x="444499" y="3921124"/>
            <a:ext cx="1428749" cy="269874"/>
          </a:xfrm>
          <a:prstGeom prst="roundRect">
            <a:avLst>
              <a:gd name="adj" fmla="val 17647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prod_v_t1_t" descr="Editable text; source id prod_v_t1_t"/>
          <p:cNvSpPr txBox="1"/>
          <p:nvPr/>
        </p:nvSpPr>
        <p:spPr>
          <a:xfrm>
            <a:off x="500062" y="3952874"/>
            <a:ext cx="1317624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93"/>
              </a:lnSpc>
              <a:spcBef>
                <a:spcPts val="0"/>
              </a:spcBef>
              <a:spcAft>
                <a:spcPts val="0"/>
              </a:spcAft>
              <a:defRPr sz="1091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defRPr>
            </a:pPr>
            <a:r>
              <a:rPr sz="1091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rPr>
              <a:t>图件</a:t>
            </a:r>
          </a:p>
        </p:txBody>
      </p:sp>
      <p:sp>
        <p:nvSpPr>
          <p:cNvPr id="89" name="prod_v_t2" descr="Editable shape; source id prod_v_t2"/>
          <p:cNvSpPr/>
          <p:nvPr/>
        </p:nvSpPr>
        <p:spPr>
          <a:xfrm>
            <a:off x="444499" y="4238624"/>
            <a:ext cx="1428749" cy="269874"/>
          </a:xfrm>
          <a:prstGeom prst="roundRect">
            <a:avLst>
              <a:gd name="adj" fmla="val 17647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prod_v_t2_t" descr="Editable text; source id prod_v_t2_t"/>
          <p:cNvSpPr txBox="1"/>
          <p:nvPr/>
        </p:nvSpPr>
        <p:spPr>
          <a:xfrm>
            <a:off x="500062" y="4270374"/>
            <a:ext cx="1317624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93"/>
              </a:lnSpc>
              <a:spcBef>
                <a:spcPts val="0"/>
              </a:spcBef>
              <a:spcAft>
                <a:spcPts val="0"/>
              </a:spcAft>
              <a:defRPr sz="1091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defRPr>
            </a:pPr>
            <a:r>
              <a:rPr sz="1091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rPr>
              <a:t>实验方案</a:t>
            </a:r>
          </a:p>
        </p:txBody>
      </p:sp>
      <p:sp>
        <p:nvSpPr>
          <p:cNvPr id="91" name="prod_v_t3" descr="Editable shape; source id prod_v_t3"/>
          <p:cNvSpPr/>
          <p:nvPr/>
        </p:nvSpPr>
        <p:spPr>
          <a:xfrm>
            <a:off x="444499" y="4556124"/>
            <a:ext cx="1428749" cy="269874"/>
          </a:xfrm>
          <a:prstGeom prst="roundRect">
            <a:avLst>
              <a:gd name="adj" fmla="val 17647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prod_v_t3_t" descr="Editable text; source id prod_v_t3_t"/>
          <p:cNvSpPr txBox="1"/>
          <p:nvPr/>
        </p:nvSpPr>
        <p:spPr>
          <a:xfrm>
            <a:off x="500062" y="4587874"/>
            <a:ext cx="1317624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93"/>
              </a:lnSpc>
              <a:spcBef>
                <a:spcPts val="0"/>
              </a:spcBef>
              <a:spcAft>
                <a:spcPts val="0"/>
              </a:spcAft>
              <a:defRPr sz="1091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defRPr>
            </a:pPr>
            <a:r>
              <a:rPr sz="1091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rPr>
              <a:t>引用库</a:t>
            </a:r>
          </a:p>
        </p:txBody>
      </p:sp>
      <p:cxnSp>
        <p:nvCxnSpPr>
          <p:cNvPr id="93" name="p_t_0" descr="Editable line; source id p_t_0"/>
          <p:cNvCxnSpPr/>
          <p:nvPr/>
        </p:nvCxnSpPr>
        <p:spPr>
          <a:xfrm>
            <a:off x="2008187" y="4024312"/>
            <a:ext cx="119062" cy="0"/>
          </a:xfrm>
          <a:prstGeom prst="line">
            <a:avLst/>
          </a:prstGeom>
          <a:ln w="19843">
            <a:solidFill>
              <a:srgbClr val="3C47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p_b_0" descr="Editable line; source id p_b_0"/>
          <p:cNvCxnSpPr/>
          <p:nvPr/>
        </p:nvCxnSpPr>
        <p:spPr>
          <a:xfrm>
            <a:off x="2127249" y="2666999"/>
            <a:ext cx="0" cy="2587625"/>
          </a:xfrm>
          <a:prstGeom prst="line">
            <a:avLst/>
          </a:prstGeom>
          <a:ln w="19843">
            <a:solidFill>
              <a:srgbClr val="3C47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p_a0_0" descr="Editable line; source id p_a0_0"/>
          <p:cNvSpPr/>
          <p:nvPr/>
        </p:nvSpPr>
        <p:spPr>
          <a:xfrm>
            <a:off x="2127250" y="2619375"/>
            <a:ext cx="166687" cy="95250"/>
          </a:xfrm>
          <a:custGeom>
            <a:avLst/>
            <a:gdLst/>
            <a:ahLst/>
            <a:cxnLst/>
            <a:rect l="l" t="t" r="r" b="b"/>
            <a:pathLst>
              <a:path w="21000" h="12000">
                <a:moveTo>
                  <a:pt x="0" y="4750"/>
                </a:moveTo>
                <a:lnTo>
                  <a:pt x="6000" y="4750"/>
                </a:lnTo>
                <a:lnTo>
                  <a:pt x="6000" y="0"/>
                </a:lnTo>
                <a:lnTo>
                  <a:pt x="21000" y="6000"/>
                </a:lnTo>
                <a:lnTo>
                  <a:pt x="6000" y="12000"/>
                </a:lnTo>
                <a:lnTo>
                  <a:pt x="6000" y="7250"/>
                </a:lnTo>
                <a:lnTo>
                  <a:pt x="0" y="7250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p_a1_0" descr="Editable line; source id p_a1_0"/>
          <p:cNvSpPr/>
          <p:nvPr/>
        </p:nvSpPr>
        <p:spPr>
          <a:xfrm>
            <a:off x="2127250" y="3429000"/>
            <a:ext cx="166687" cy="95250"/>
          </a:xfrm>
          <a:custGeom>
            <a:avLst/>
            <a:gdLst/>
            <a:ahLst/>
            <a:cxnLst/>
            <a:rect l="l" t="t" r="r" b="b"/>
            <a:pathLst>
              <a:path w="21000" h="12000">
                <a:moveTo>
                  <a:pt x="0" y="4750"/>
                </a:moveTo>
                <a:lnTo>
                  <a:pt x="6000" y="4750"/>
                </a:lnTo>
                <a:lnTo>
                  <a:pt x="6000" y="0"/>
                </a:lnTo>
                <a:lnTo>
                  <a:pt x="21000" y="6000"/>
                </a:lnTo>
                <a:lnTo>
                  <a:pt x="6000" y="12000"/>
                </a:lnTo>
                <a:lnTo>
                  <a:pt x="6000" y="7250"/>
                </a:lnTo>
                <a:lnTo>
                  <a:pt x="0" y="7250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p_a2_0" descr="Editable line; source id p_a2_0"/>
          <p:cNvSpPr/>
          <p:nvPr/>
        </p:nvSpPr>
        <p:spPr>
          <a:xfrm>
            <a:off x="2127250" y="4254500"/>
            <a:ext cx="166687" cy="95250"/>
          </a:xfrm>
          <a:custGeom>
            <a:avLst/>
            <a:gdLst/>
            <a:ahLst/>
            <a:cxnLst/>
            <a:rect l="l" t="t" r="r" b="b"/>
            <a:pathLst>
              <a:path w="21000" h="12000">
                <a:moveTo>
                  <a:pt x="0" y="4750"/>
                </a:moveTo>
                <a:lnTo>
                  <a:pt x="6000" y="4750"/>
                </a:lnTo>
                <a:lnTo>
                  <a:pt x="6000" y="0"/>
                </a:lnTo>
                <a:lnTo>
                  <a:pt x="21000" y="6000"/>
                </a:lnTo>
                <a:lnTo>
                  <a:pt x="6000" y="12000"/>
                </a:lnTo>
                <a:lnTo>
                  <a:pt x="6000" y="7250"/>
                </a:lnTo>
                <a:lnTo>
                  <a:pt x="0" y="7250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p_a3_0" descr="Editable line; source id p_a3_0"/>
          <p:cNvSpPr/>
          <p:nvPr/>
        </p:nvSpPr>
        <p:spPr>
          <a:xfrm>
            <a:off x="2127250" y="5207000"/>
            <a:ext cx="166687" cy="95250"/>
          </a:xfrm>
          <a:custGeom>
            <a:avLst/>
            <a:gdLst/>
            <a:ahLst/>
            <a:cxnLst/>
            <a:rect l="l" t="t" r="r" b="b"/>
            <a:pathLst>
              <a:path w="21000" h="12000">
                <a:moveTo>
                  <a:pt x="0" y="4750"/>
                </a:moveTo>
                <a:lnTo>
                  <a:pt x="6000" y="4750"/>
                </a:lnTo>
                <a:lnTo>
                  <a:pt x="6000" y="0"/>
                </a:lnTo>
                <a:lnTo>
                  <a:pt x="21000" y="6000"/>
                </a:lnTo>
                <a:lnTo>
                  <a:pt x="6000" y="12000"/>
                </a:lnTo>
                <a:lnTo>
                  <a:pt x="6000" y="7250"/>
                </a:lnTo>
                <a:lnTo>
                  <a:pt x="0" y="7250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stat" descr="Editable shape; source id stat"/>
          <p:cNvSpPr/>
          <p:nvPr/>
        </p:nvSpPr>
        <p:spPr>
          <a:xfrm>
            <a:off x="301624" y="1190624"/>
            <a:ext cx="1777999" cy="1373187"/>
          </a:xfrm>
          <a:prstGeom prst="roundRect">
            <a:avLst>
              <a:gd name="adj" fmla="val 5202"/>
            </a:avLst>
          </a:prstGeom>
          <a:solidFill>
            <a:srgbClr val="FFFFFF"/>
          </a:solidFill>
          <a:ln w="15081">
            <a:solidFill>
              <a:srgbClr val="9AA3AB"/>
            </a:solidFill>
            <a:custDash>
              <a:ds d="631579" sp="421053"/>
            </a:custDash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stat_g_s2" descr="Editable shape; source id stat_g_s2"/>
          <p:cNvSpPr/>
          <p:nvPr/>
        </p:nvSpPr>
        <p:spPr>
          <a:xfrm>
            <a:off x="492124" y="1341437"/>
            <a:ext cx="119062" cy="182562"/>
          </a:xfrm>
          <a:prstGeom prst="rect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stat_g_s1" descr="Editable shape; source id stat_g_s1"/>
          <p:cNvSpPr/>
          <p:nvPr/>
        </p:nvSpPr>
        <p:spPr>
          <a:xfrm>
            <a:off x="468312" y="1317624"/>
            <a:ext cx="119062" cy="182562"/>
          </a:xfrm>
          <a:prstGeom prst="rect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stat_g_s0" descr="Editable shape; source id stat_g_s0"/>
          <p:cNvSpPr/>
          <p:nvPr/>
        </p:nvSpPr>
        <p:spPr>
          <a:xfrm>
            <a:off x="444499" y="1293812"/>
            <a:ext cx="119062" cy="182562"/>
          </a:xfrm>
          <a:prstGeom prst="rect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3" name="stat_g_l1" descr="Editable line; source id stat_g_l1"/>
          <p:cNvCxnSpPr/>
          <p:nvPr/>
        </p:nvCxnSpPr>
        <p:spPr>
          <a:xfrm>
            <a:off x="476249" y="1365249"/>
            <a:ext cx="79375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at_g_l2" descr="Editable line; source id stat_g_l2"/>
          <p:cNvCxnSpPr/>
          <p:nvPr/>
        </p:nvCxnSpPr>
        <p:spPr>
          <a:xfrm>
            <a:off x="476249" y="1396999"/>
            <a:ext cx="79375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at_g_l3" descr="Editable line; source id stat_g_l3"/>
          <p:cNvCxnSpPr/>
          <p:nvPr/>
        </p:nvCxnSpPr>
        <p:spPr>
          <a:xfrm>
            <a:off x="476249" y="1436687"/>
            <a:ext cx="55563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stat_t" descr="Editable text; source id stat_t"/>
          <p:cNvSpPr txBox="1"/>
          <p:nvPr/>
        </p:nvSpPr>
        <p:spPr>
          <a:xfrm>
            <a:off x="714374" y="1262062"/>
            <a:ext cx="817562" cy="2936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015"/>
              </a:lnSpc>
              <a:spcBef>
                <a:spcPts val="0"/>
              </a:spcBef>
              <a:spcAft>
                <a:spcPts val="0"/>
              </a:spcAft>
              <a:defRPr sz="1374" b="1" i="0" lang="zh-CN" dirty="0">
                <a:solidFill>
                  <a:srgbClr val="5B6570"/>
                </a:solidFill>
                <a:latin typeface="微软雅黑"/>
                <a:ea typeface="微软雅黑"/>
                <a:cs typeface="微软雅黑"/>
              </a:defRPr>
            </a:pPr>
            <a:r>
              <a:rPr sz="1374" b="1" i="0" lang="zh-CN" dirty="0">
                <a:solidFill>
                  <a:srgbClr val="5B6570"/>
                </a:solidFill>
                <a:latin typeface="微软雅黑"/>
                <a:ea typeface="微软雅黑"/>
                <a:cs typeface="微软雅黑"/>
              </a:rPr>
              <a:t>正式运行</a:t>
            </a:r>
          </a:p>
        </p:txBody>
      </p:sp>
      <p:sp>
        <p:nvSpPr>
          <p:cNvPr id="107" name="stat_v_t0" descr="Editable shape; source id stat_v_t0"/>
          <p:cNvSpPr/>
          <p:nvPr/>
        </p:nvSpPr>
        <p:spPr>
          <a:xfrm>
            <a:off x="396874" y="1619249"/>
            <a:ext cx="1587499" cy="269874"/>
          </a:xfrm>
          <a:prstGeom prst="roundRect">
            <a:avLst>
              <a:gd name="adj" fmla="val 17647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stat_v_t0_t" descr="Editable text; source id stat_v_t0_t"/>
          <p:cNvSpPr txBox="1"/>
          <p:nvPr/>
        </p:nvSpPr>
        <p:spPr>
          <a:xfrm>
            <a:off x="452437" y="1650999"/>
            <a:ext cx="1476374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93"/>
              </a:lnSpc>
              <a:spcBef>
                <a:spcPts val="0"/>
              </a:spcBef>
              <a:spcAft>
                <a:spcPts val="0"/>
              </a:spcAft>
              <a:defRPr sz="1091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defRPr>
            </a:pPr>
            <a:r>
              <a:rPr sz="1091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rPr>
              <a:t>2 </a:t>
            </a:r>
            <a:r>
              <a:rPr sz="1091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rPr>
              <a:t>轮收敛</a:t>
            </a:r>
          </a:p>
        </p:txBody>
      </p:sp>
      <p:sp>
        <p:nvSpPr>
          <p:cNvPr id="109" name="stat_v_t1" descr="Editable shape; source id stat_v_t1"/>
          <p:cNvSpPr/>
          <p:nvPr/>
        </p:nvSpPr>
        <p:spPr>
          <a:xfrm>
            <a:off x="396874" y="1936749"/>
            <a:ext cx="1587499" cy="269874"/>
          </a:xfrm>
          <a:prstGeom prst="roundRect">
            <a:avLst>
              <a:gd name="adj" fmla="val 17647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stat_v_t1_t" descr="Editable text; source id stat_v_t1_t"/>
          <p:cNvSpPr txBox="1"/>
          <p:nvPr/>
        </p:nvSpPr>
        <p:spPr>
          <a:xfrm>
            <a:off x="452437" y="1968499"/>
            <a:ext cx="1476374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93"/>
              </a:lnSpc>
              <a:spcBef>
                <a:spcPts val="0"/>
              </a:spcBef>
              <a:spcAft>
                <a:spcPts val="0"/>
              </a:spcAft>
              <a:defRPr sz="1091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defRPr>
            </a:pPr>
            <a:r>
              <a:rPr sz="1091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rPr>
              <a:t>首轮</a:t>
            </a:r>
            <a:r>
              <a:rPr sz="1091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rPr>
              <a:t> 7 </a:t>
            </a:r>
            <a:r>
              <a:rPr sz="1091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rPr>
              <a:t>项，第二轮</a:t>
            </a:r>
            <a:r>
              <a:rPr sz="1091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rPr>
              <a:t> 0</a:t>
            </a:r>
          </a:p>
        </p:txBody>
      </p:sp>
      <p:sp>
        <p:nvSpPr>
          <p:cNvPr id="111" name="stat_v_t2" descr="Editable shape; source id stat_v_t2"/>
          <p:cNvSpPr/>
          <p:nvPr/>
        </p:nvSpPr>
        <p:spPr>
          <a:xfrm>
            <a:off x="396874" y="2254249"/>
            <a:ext cx="1587499" cy="269874"/>
          </a:xfrm>
          <a:prstGeom prst="roundRect">
            <a:avLst>
              <a:gd name="adj" fmla="val 17647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stat_v_t2_t" descr="Editable text; source id stat_v_t2_t"/>
          <p:cNvSpPr txBox="1"/>
          <p:nvPr/>
        </p:nvSpPr>
        <p:spPr>
          <a:xfrm>
            <a:off x="452437" y="2285999"/>
            <a:ext cx="1476374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93"/>
              </a:lnSpc>
              <a:spcBef>
                <a:spcPts val="0"/>
              </a:spcBef>
              <a:spcAft>
                <a:spcPts val="0"/>
              </a:spcAft>
              <a:defRPr sz="1091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defRPr>
            </a:pPr>
            <a:r>
              <a:rPr sz="1091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rPr>
              <a:t>11 </a:t>
            </a:r>
            <a:r>
              <a:rPr sz="1091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rPr>
              <a:t>个</a:t>
            </a:r>
            <a:r>
              <a:rPr sz="1091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rPr>
              <a:t> issue </a:t>
            </a:r>
            <a:r>
              <a:rPr sz="1091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rPr>
              <a:t>全关闭</a:t>
            </a:r>
          </a:p>
        </p:txBody>
      </p:sp>
      <p:sp>
        <p:nvSpPr>
          <p:cNvPr id="113" name="rt" descr="Editable shape; source id rt"/>
          <p:cNvSpPr/>
          <p:nvPr/>
        </p:nvSpPr>
        <p:spPr>
          <a:xfrm>
            <a:off x="6270624" y="1190624"/>
            <a:ext cx="2619374" cy="2539999"/>
          </a:xfrm>
          <a:prstGeom prst="roundRect">
            <a:avLst>
              <a:gd name="adj" fmla="val 2812"/>
            </a:avLst>
          </a:prstGeom>
          <a:solidFill>
            <a:srgbClr val="FFFFFF"/>
          </a:solidFill>
          <a:ln w="15081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t_b" descr="Editable shape; source id rt_b"/>
          <p:cNvSpPr/>
          <p:nvPr/>
        </p:nvSpPr>
        <p:spPr>
          <a:xfrm>
            <a:off x="6270624" y="1190624"/>
            <a:ext cx="47624" cy="79374"/>
          </a:xfrm>
          <a:prstGeom prst="roundRect">
            <a:avLst>
              <a:gd name="adj" fmla="val 50000"/>
            </a:avLst>
          </a:prstGeom>
          <a:solidFill>
            <a:srgbClr val="1F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t_g_b" descr="Editable shape; source id rt_g_b"/>
          <p:cNvSpPr/>
          <p:nvPr/>
        </p:nvSpPr>
        <p:spPr>
          <a:xfrm>
            <a:off x="6445249" y="1309687"/>
            <a:ext cx="190499" cy="166687"/>
          </a:xfrm>
          <a:prstGeom prst="rect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6" name="rt_g_r1" descr="Editable line; source id rt_g_r1"/>
          <p:cNvCxnSpPr/>
          <p:nvPr/>
        </p:nvCxnSpPr>
        <p:spPr>
          <a:xfrm>
            <a:off x="6445249" y="1365249"/>
            <a:ext cx="190500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rt_g_r2" descr="Editable line; source id rt_g_r2"/>
          <p:cNvCxnSpPr/>
          <p:nvPr/>
        </p:nvCxnSpPr>
        <p:spPr>
          <a:xfrm>
            <a:off x="6445249" y="1420812"/>
            <a:ext cx="190500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rt_g_c1" descr="Editable line; source id rt_g_c1"/>
          <p:cNvCxnSpPr/>
          <p:nvPr/>
        </p:nvCxnSpPr>
        <p:spPr>
          <a:xfrm>
            <a:off x="6508749" y="1309687"/>
            <a:ext cx="0" cy="166687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rt_g_c2" descr="Editable line; source id rt_g_c2"/>
          <p:cNvCxnSpPr/>
          <p:nvPr/>
        </p:nvCxnSpPr>
        <p:spPr>
          <a:xfrm>
            <a:off x="6572249" y="1309687"/>
            <a:ext cx="0" cy="166687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rt_t" descr="Editable text; source id rt_t"/>
          <p:cNvSpPr txBox="1"/>
          <p:nvPr/>
        </p:nvSpPr>
        <p:spPr>
          <a:xfrm>
            <a:off x="6730999" y="1262062"/>
            <a:ext cx="1254124" cy="2936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015"/>
              </a:lnSpc>
              <a:spcBef>
                <a:spcPts val="0"/>
              </a:spcBef>
              <a:spcAft>
                <a:spcPts val="0"/>
              </a:spcAft>
              <a:defRPr sz="1374" b="1" i="0" lang="zh-CN" dirty="0">
                <a:solidFill>
                  <a:srgbClr val="0F4F58"/>
                </a:solidFill>
                <a:latin typeface="微软雅黑"/>
                <a:ea typeface="微软雅黑"/>
                <a:cs typeface="微软雅黑"/>
              </a:defRPr>
            </a:pPr>
            <a:r>
              <a:rPr sz="1374" b="1" i="0" lang="zh-CN" dirty="0">
                <a:solidFill>
                  <a:srgbClr val="0F4F58"/>
                </a:solidFill>
                <a:latin typeface="微软雅黑"/>
                <a:ea typeface="微软雅黑"/>
                <a:cs typeface="微软雅黑"/>
              </a:rPr>
              <a:t>issue </a:t>
            </a:r>
            <a:r>
              <a:rPr sz="1374" b="1" i="0" lang="zh-CN" dirty="0">
                <a:solidFill>
                  <a:srgbClr val="0F4F58"/>
                </a:solidFill>
                <a:latin typeface="微软雅黑"/>
                <a:ea typeface="微软雅黑"/>
                <a:cs typeface="微软雅黑"/>
              </a:rPr>
              <a:t>路由表</a:t>
            </a:r>
          </a:p>
        </p:txBody>
      </p:sp>
      <p:sp>
        <p:nvSpPr>
          <p:cNvPr id="121" name="rt_s" descr="Editable text; source id rt_s"/>
          <p:cNvSpPr txBox="1"/>
          <p:nvPr/>
        </p:nvSpPr>
        <p:spPr>
          <a:xfrm>
            <a:off x="6413499" y="1571624"/>
            <a:ext cx="2381249" cy="253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734"/>
              </a:lnSpc>
              <a:spcBef>
                <a:spcPts val="0"/>
              </a:spcBef>
              <a:spcAft>
                <a:spcPts val="0"/>
              </a:spcAft>
              <a:defRPr sz="1187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defRPr>
            </a:pPr>
            <a:r>
              <a:rPr sz="1187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rPr>
              <a:t>issue </a:t>
            </a:r>
            <a:r>
              <a:rPr sz="1187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rPr>
              <a:t>带</a:t>
            </a:r>
            <a:r>
              <a:rPr sz="1187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rPr>
              <a:t> target · severity</a:t>
            </a:r>
          </a:p>
        </p:txBody>
      </p:sp>
      <p:sp>
        <p:nvSpPr>
          <p:cNvPr id="122" name="rt_v_t0" descr="Editable shape; source id rt_v_t0"/>
          <p:cNvSpPr/>
          <p:nvPr/>
        </p:nvSpPr>
        <p:spPr>
          <a:xfrm>
            <a:off x="6413499" y="1873249"/>
            <a:ext cx="2381249" cy="269874"/>
          </a:xfrm>
          <a:prstGeom prst="roundRect">
            <a:avLst>
              <a:gd name="adj" fmla="val 17647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t_v_t0_t" descr="Editable text; source id rt_v_t0_t"/>
          <p:cNvSpPr txBox="1"/>
          <p:nvPr/>
        </p:nvSpPr>
        <p:spPr>
          <a:xfrm>
            <a:off x="6469062" y="1904999"/>
            <a:ext cx="2270124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93"/>
              </a:lnSpc>
              <a:spcBef>
                <a:spcPts val="0"/>
              </a:spcBef>
              <a:spcAft>
                <a:spcPts val="0"/>
              </a:spcAft>
              <a:defRPr sz="1091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defRPr>
            </a:pPr>
            <a:r>
              <a:rPr sz="1091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rPr>
              <a:t>覆盖缺口</a:t>
            </a:r>
            <a:r>
              <a:rPr sz="1091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rPr>
              <a:t> → </a:t>
            </a:r>
            <a:r>
              <a:rPr sz="1091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rPr>
              <a:t>文献检索</a:t>
            </a:r>
          </a:p>
        </p:txBody>
      </p:sp>
      <p:sp>
        <p:nvSpPr>
          <p:cNvPr id="124" name="rt_v_t1" descr="Editable shape; source id rt_v_t1"/>
          <p:cNvSpPr/>
          <p:nvPr/>
        </p:nvSpPr>
        <p:spPr>
          <a:xfrm>
            <a:off x="6413499" y="2174874"/>
            <a:ext cx="2381249" cy="269874"/>
          </a:xfrm>
          <a:prstGeom prst="roundRect">
            <a:avLst>
              <a:gd name="adj" fmla="val 17647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t_v_t1_t" descr="Editable text; source id rt_v_t1_t"/>
          <p:cNvSpPr txBox="1"/>
          <p:nvPr/>
        </p:nvSpPr>
        <p:spPr>
          <a:xfrm>
            <a:off x="6469062" y="2206624"/>
            <a:ext cx="2270124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93"/>
              </a:lnSpc>
              <a:spcBef>
                <a:spcPts val="0"/>
              </a:spcBef>
              <a:spcAft>
                <a:spcPts val="0"/>
              </a:spcAft>
              <a:defRPr sz="1091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defRPr>
            </a:pPr>
            <a:r>
              <a:rPr sz="1091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rPr>
              <a:t>引用可疑</a:t>
            </a:r>
            <a:r>
              <a:rPr sz="1091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rPr>
              <a:t> → </a:t>
            </a:r>
            <a:r>
              <a:rPr sz="1091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rPr>
              <a:t>引用核查</a:t>
            </a:r>
          </a:p>
        </p:txBody>
      </p:sp>
      <p:sp>
        <p:nvSpPr>
          <p:cNvPr id="126" name="rt_v_t2" descr="Editable shape; source id rt_v_t2"/>
          <p:cNvSpPr/>
          <p:nvPr/>
        </p:nvSpPr>
        <p:spPr>
          <a:xfrm>
            <a:off x="6413499" y="2476499"/>
            <a:ext cx="2381249" cy="269874"/>
          </a:xfrm>
          <a:prstGeom prst="roundRect">
            <a:avLst>
              <a:gd name="adj" fmla="val 17647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t_v_t2_t" descr="Editable text; source id rt_v_t2_t"/>
          <p:cNvSpPr txBox="1"/>
          <p:nvPr/>
        </p:nvSpPr>
        <p:spPr>
          <a:xfrm>
            <a:off x="6469062" y="2508249"/>
            <a:ext cx="2270124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93"/>
              </a:lnSpc>
              <a:spcBef>
                <a:spcPts val="0"/>
              </a:spcBef>
              <a:spcAft>
                <a:spcPts val="0"/>
              </a:spcAft>
              <a:defRPr sz="1091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defRPr>
            </a:pPr>
            <a:r>
              <a:rPr sz="1091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rPr>
              <a:t>分类不</a:t>
            </a:r>
            <a:r>
              <a:rPr sz="1091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rPr>
              <a:t> MECE → </a:t>
            </a:r>
            <a:r>
              <a:rPr sz="1091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rPr>
              <a:t>分类法</a:t>
            </a:r>
          </a:p>
        </p:txBody>
      </p:sp>
      <p:sp>
        <p:nvSpPr>
          <p:cNvPr id="128" name="rt_v_t3" descr="Editable shape; source id rt_v_t3"/>
          <p:cNvSpPr/>
          <p:nvPr/>
        </p:nvSpPr>
        <p:spPr>
          <a:xfrm>
            <a:off x="6413499" y="2778124"/>
            <a:ext cx="2381249" cy="269874"/>
          </a:xfrm>
          <a:prstGeom prst="roundRect">
            <a:avLst>
              <a:gd name="adj" fmla="val 17647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t_v_t3_t" descr="Editable text; source id rt_v_t3_t"/>
          <p:cNvSpPr txBox="1"/>
          <p:nvPr/>
        </p:nvSpPr>
        <p:spPr>
          <a:xfrm>
            <a:off x="6469062" y="2809874"/>
            <a:ext cx="2270124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93"/>
              </a:lnSpc>
              <a:spcBef>
                <a:spcPts val="0"/>
              </a:spcBef>
              <a:spcAft>
                <a:spcPts val="0"/>
              </a:spcAft>
              <a:defRPr sz="1091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defRPr>
            </a:pPr>
            <a:r>
              <a:rPr sz="1091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rPr>
              <a:t>图文不符</a:t>
            </a:r>
            <a:r>
              <a:rPr sz="1091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rPr>
              <a:t> → </a:t>
            </a:r>
            <a:r>
              <a:rPr sz="1091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rPr>
              <a:t>图件</a:t>
            </a:r>
          </a:p>
        </p:txBody>
      </p:sp>
      <p:sp>
        <p:nvSpPr>
          <p:cNvPr id="130" name="rt_v_t4" descr="Editable shape; source id rt_v_t4"/>
          <p:cNvSpPr/>
          <p:nvPr/>
        </p:nvSpPr>
        <p:spPr>
          <a:xfrm>
            <a:off x="6413499" y="3079749"/>
            <a:ext cx="2381249" cy="269874"/>
          </a:xfrm>
          <a:prstGeom prst="roundRect">
            <a:avLst>
              <a:gd name="adj" fmla="val 17647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t_v_t4_t" descr="Editable text; source id rt_v_t4_t"/>
          <p:cNvSpPr txBox="1"/>
          <p:nvPr/>
        </p:nvSpPr>
        <p:spPr>
          <a:xfrm>
            <a:off x="6469062" y="3111499"/>
            <a:ext cx="2270124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93"/>
              </a:lnSpc>
              <a:spcBef>
                <a:spcPts val="0"/>
              </a:spcBef>
              <a:spcAft>
                <a:spcPts val="0"/>
              </a:spcAft>
              <a:defRPr sz="1091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defRPr>
            </a:pPr>
            <a:r>
              <a:rPr sz="1091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rPr>
              <a:t>无证据断言</a:t>
            </a:r>
            <a:r>
              <a:rPr sz="1091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rPr>
              <a:t> → </a:t>
            </a:r>
            <a:r>
              <a:rPr sz="1091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rPr>
              <a:t>写作</a:t>
            </a:r>
          </a:p>
        </p:txBody>
      </p:sp>
      <p:sp>
        <p:nvSpPr>
          <p:cNvPr id="132" name="rt_v_t5" descr="Editable shape; source id rt_v_t5"/>
          <p:cNvSpPr/>
          <p:nvPr/>
        </p:nvSpPr>
        <p:spPr>
          <a:xfrm>
            <a:off x="6413499" y="3381374"/>
            <a:ext cx="2381249" cy="269874"/>
          </a:xfrm>
          <a:prstGeom prst="roundRect">
            <a:avLst>
              <a:gd name="adj" fmla="val 17647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t_v_t5_t" descr="Editable text; source id rt_v_t5_t"/>
          <p:cNvSpPr txBox="1"/>
          <p:nvPr/>
        </p:nvSpPr>
        <p:spPr>
          <a:xfrm>
            <a:off x="6469062" y="3413124"/>
            <a:ext cx="2270124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93"/>
              </a:lnSpc>
              <a:spcBef>
                <a:spcPts val="0"/>
              </a:spcBef>
              <a:spcAft>
                <a:spcPts val="0"/>
              </a:spcAft>
              <a:defRPr sz="1091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defRPr>
            </a:pPr>
            <a:r>
              <a:rPr sz="1091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rPr>
              <a:t>未落到前驱体</a:t>
            </a:r>
            <a:r>
              <a:rPr sz="1091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rPr>
              <a:t> → </a:t>
            </a:r>
            <a:r>
              <a:rPr sz="1091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rPr>
              <a:t>实验构想</a:t>
            </a:r>
          </a:p>
        </p:txBody>
      </p:sp>
      <p:sp>
        <p:nvSpPr>
          <p:cNvPr id="134" name="cas" descr="Editable shape; source id cas"/>
          <p:cNvSpPr/>
          <p:nvPr/>
        </p:nvSpPr>
        <p:spPr>
          <a:xfrm>
            <a:off x="6270624" y="3968749"/>
            <a:ext cx="2619374" cy="1881187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15081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cas_b" descr="Editable shape; source id cas_b"/>
          <p:cNvSpPr/>
          <p:nvPr/>
        </p:nvSpPr>
        <p:spPr>
          <a:xfrm>
            <a:off x="6270624" y="3968749"/>
            <a:ext cx="47624" cy="1881187"/>
          </a:xfrm>
          <a:prstGeom prst="roundRect">
            <a:avLst>
              <a:gd name="adj" fmla="val 50000"/>
            </a:avLst>
          </a:prstGeom>
          <a:solidFill>
            <a:srgbClr val="1F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cas_g_o" descr="Editable shape; source id cas_g_o"/>
          <p:cNvSpPr/>
          <p:nvPr/>
        </p:nvSpPr>
        <p:spPr>
          <a:xfrm>
            <a:off x="6453187" y="4079874"/>
            <a:ext cx="174624" cy="174624"/>
          </a:xfrm>
          <a:prstGeom prst="ellipse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7" name="cas_g_a_0" descr="Editable line; source id cas_g_a_0"/>
          <p:cNvCxnSpPr/>
          <p:nvPr/>
        </p:nvCxnSpPr>
        <p:spPr>
          <a:xfrm>
            <a:off x="6596062" y="4095749"/>
            <a:ext cx="39687" cy="7938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cas_g_a_1" descr="Editable line; source id cas_g_a_1"/>
          <p:cNvCxnSpPr/>
          <p:nvPr/>
        </p:nvCxnSpPr>
        <p:spPr>
          <a:xfrm flipH="1">
            <a:off x="6619874" y="4103687"/>
            <a:ext cx="15875" cy="39687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cas_t" descr="Editable text; source id cas_t"/>
          <p:cNvSpPr txBox="1"/>
          <p:nvPr/>
        </p:nvSpPr>
        <p:spPr>
          <a:xfrm>
            <a:off x="6730999" y="4040187"/>
            <a:ext cx="817562" cy="2936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015"/>
              </a:lnSpc>
              <a:spcBef>
                <a:spcPts val="0"/>
              </a:spcBef>
              <a:spcAft>
                <a:spcPts val="0"/>
              </a:spcAft>
              <a:defRPr sz="1374" b="1" i="0" lang="zh-CN" dirty="0">
                <a:solidFill>
                  <a:srgbClr val="0F4F58"/>
                </a:solidFill>
                <a:latin typeface="微软雅黑"/>
                <a:ea typeface="微软雅黑"/>
                <a:cs typeface="微软雅黑"/>
              </a:defRPr>
            </a:pPr>
            <a:r>
              <a:rPr sz="1374" b="1" i="0" lang="zh-CN" dirty="0">
                <a:solidFill>
                  <a:srgbClr val="0F4F58"/>
                </a:solidFill>
                <a:latin typeface="微软雅黑"/>
                <a:ea typeface="微软雅黑"/>
                <a:cs typeface="微软雅黑"/>
              </a:rPr>
              <a:t>级联失效</a:t>
            </a:r>
          </a:p>
        </p:txBody>
      </p:sp>
      <p:sp>
        <p:nvSpPr>
          <p:cNvPr id="140" name="cas_v_t0" descr="Editable shape; source id cas_v_t0"/>
          <p:cNvSpPr/>
          <p:nvPr/>
        </p:nvSpPr>
        <p:spPr>
          <a:xfrm>
            <a:off x="6651624" y="4397374"/>
            <a:ext cx="1904999" cy="269874"/>
          </a:xfrm>
          <a:prstGeom prst="roundRect">
            <a:avLst>
              <a:gd name="adj" fmla="val 17647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cas_v_t0_t" descr="Editable text; source id cas_v_t0_t"/>
          <p:cNvSpPr txBox="1"/>
          <p:nvPr/>
        </p:nvSpPr>
        <p:spPr>
          <a:xfrm>
            <a:off x="6707187" y="4429124"/>
            <a:ext cx="1793874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93"/>
              </a:lnSpc>
              <a:spcBef>
                <a:spcPts val="0"/>
              </a:spcBef>
              <a:spcAft>
                <a:spcPts val="0"/>
              </a:spcAft>
              <a:defRPr sz="1091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defRPr>
            </a:pPr>
            <a:r>
              <a:rPr sz="1091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rPr>
              <a:t>上游产物变更</a:t>
            </a:r>
          </a:p>
        </p:txBody>
      </p:sp>
      <p:sp>
        <p:nvSpPr>
          <p:cNvPr id="142" name="cas_v_t1" descr="Editable shape; source id cas_v_t1"/>
          <p:cNvSpPr/>
          <p:nvPr/>
        </p:nvSpPr>
        <p:spPr>
          <a:xfrm>
            <a:off x="6651624" y="4778374"/>
            <a:ext cx="1904999" cy="269874"/>
          </a:xfrm>
          <a:prstGeom prst="roundRect">
            <a:avLst>
              <a:gd name="adj" fmla="val 17647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cas_v_t1_t" descr="Editable text; source id cas_v_t1_t"/>
          <p:cNvSpPr txBox="1"/>
          <p:nvPr/>
        </p:nvSpPr>
        <p:spPr>
          <a:xfrm>
            <a:off x="6707187" y="4810124"/>
            <a:ext cx="1793874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93"/>
              </a:lnSpc>
              <a:spcBef>
                <a:spcPts val="0"/>
              </a:spcBef>
              <a:spcAft>
                <a:spcPts val="0"/>
              </a:spcAft>
              <a:defRPr sz="1091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defRPr>
            </a:pPr>
            <a:r>
              <a:rPr sz="1091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rPr>
              <a:t>指纹重算</a:t>
            </a:r>
          </a:p>
        </p:txBody>
      </p:sp>
      <p:sp>
        <p:nvSpPr>
          <p:cNvPr id="144" name="cas_v_a1" descr="Editable line; source id cas_v_a1"/>
          <p:cNvSpPr/>
          <p:nvPr/>
        </p:nvSpPr>
        <p:spPr>
          <a:xfrm>
            <a:off x="7588250" y="4691062"/>
            <a:ext cx="31750" cy="63500"/>
          </a:xfrm>
          <a:custGeom>
            <a:avLst/>
            <a:gdLst/>
            <a:ahLst/>
            <a:cxnLst/>
            <a:rect l="l" t="t" r="r" b="b"/>
            <a:pathLst>
              <a:path w="4000" h="8000">
                <a:moveTo>
                  <a:pt x="3100" y="0"/>
                </a:moveTo>
                <a:lnTo>
                  <a:pt x="3100" y="3600"/>
                </a:lnTo>
                <a:lnTo>
                  <a:pt x="4000" y="3600"/>
                </a:lnTo>
                <a:lnTo>
                  <a:pt x="2000" y="8000"/>
                </a:lnTo>
                <a:lnTo>
                  <a:pt x="0" y="3600"/>
                </a:lnTo>
                <a:lnTo>
                  <a:pt x="900" y="3600"/>
                </a:lnTo>
                <a:lnTo>
                  <a:pt x="900" y="0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cas_v_t2" descr="Editable shape; source id cas_v_t2"/>
          <p:cNvSpPr/>
          <p:nvPr/>
        </p:nvSpPr>
        <p:spPr>
          <a:xfrm>
            <a:off x="6651624" y="5159374"/>
            <a:ext cx="1904999" cy="269874"/>
          </a:xfrm>
          <a:prstGeom prst="roundRect">
            <a:avLst>
              <a:gd name="adj" fmla="val 17647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cas_v_t2_t" descr="Editable text; source id cas_v_t2_t"/>
          <p:cNvSpPr txBox="1"/>
          <p:nvPr/>
        </p:nvSpPr>
        <p:spPr>
          <a:xfrm>
            <a:off x="6707187" y="5191124"/>
            <a:ext cx="1793874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93"/>
              </a:lnSpc>
              <a:spcBef>
                <a:spcPts val="0"/>
              </a:spcBef>
              <a:spcAft>
                <a:spcPts val="0"/>
              </a:spcAft>
              <a:defRPr sz="1091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defRPr>
            </a:pPr>
            <a:r>
              <a:rPr sz="1091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rPr>
              <a:t>下游闸门置回</a:t>
            </a:r>
            <a:r>
              <a:rPr sz="1091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rPr>
              <a:t> PENDING</a:t>
            </a:r>
          </a:p>
        </p:txBody>
      </p:sp>
      <p:sp>
        <p:nvSpPr>
          <p:cNvPr id="147" name="cas_v_a2" descr="Editable line; source id cas_v_a2"/>
          <p:cNvSpPr/>
          <p:nvPr/>
        </p:nvSpPr>
        <p:spPr>
          <a:xfrm>
            <a:off x="7588250" y="5072062"/>
            <a:ext cx="31750" cy="63500"/>
          </a:xfrm>
          <a:custGeom>
            <a:avLst/>
            <a:gdLst/>
            <a:ahLst/>
            <a:cxnLst/>
            <a:rect l="l" t="t" r="r" b="b"/>
            <a:pathLst>
              <a:path w="4000" h="8000">
                <a:moveTo>
                  <a:pt x="3100" y="0"/>
                </a:moveTo>
                <a:lnTo>
                  <a:pt x="3100" y="3600"/>
                </a:lnTo>
                <a:lnTo>
                  <a:pt x="4000" y="3600"/>
                </a:lnTo>
                <a:lnTo>
                  <a:pt x="2000" y="8000"/>
                </a:lnTo>
                <a:lnTo>
                  <a:pt x="0" y="3600"/>
                </a:lnTo>
                <a:lnTo>
                  <a:pt x="900" y="3600"/>
                </a:lnTo>
                <a:lnTo>
                  <a:pt x="900" y="0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cas_v_t3" descr="Editable shape; source id cas_v_t3"/>
          <p:cNvSpPr/>
          <p:nvPr/>
        </p:nvSpPr>
        <p:spPr>
          <a:xfrm>
            <a:off x="6651624" y="5540374"/>
            <a:ext cx="1904999" cy="269874"/>
          </a:xfrm>
          <a:prstGeom prst="roundRect">
            <a:avLst>
              <a:gd name="adj" fmla="val 17647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cas_v_t3_t" descr="Editable text; source id cas_v_t3_t"/>
          <p:cNvSpPr txBox="1"/>
          <p:nvPr/>
        </p:nvSpPr>
        <p:spPr>
          <a:xfrm>
            <a:off x="6707187" y="5572124"/>
            <a:ext cx="1793874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93"/>
              </a:lnSpc>
              <a:spcBef>
                <a:spcPts val="0"/>
              </a:spcBef>
              <a:spcAft>
                <a:spcPts val="0"/>
              </a:spcAft>
              <a:defRPr sz="1091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defRPr>
            </a:pPr>
            <a:r>
              <a:rPr sz="1091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rPr>
              <a:t>复核</a:t>
            </a:r>
          </a:p>
        </p:txBody>
      </p:sp>
      <p:sp>
        <p:nvSpPr>
          <p:cNvPr id="150" name="cas_v_a3" descr="Editable line; source id cas_v_a3"/>
          <p:cNvSpPr/>
          <p:nvPr/>
        </p:nvSpPr>
        <p:spPr>
          <a:xfrm>
            <a:off x="7588250" y="5453062"/>
            <a:ext cx="31750" cy="63500"/>
          </a:xfrm>
          <a:custGeom>
            <a:avLst/>
            <a:gdLst/>
            <a:ahLst/>
            <a:cxnLst/>
            <a:rect l="l" t="t" r="r" b="b"/>
            <a:pathLst>
              <a:path w="4000" h="8000">
                <a:moveTo>
                  <a:pt x="3100" y="0"/>
                </a:moveTo>
                <a:lnTo>
                  <a:pt x="3100" y="3600"/>
                </a:lnTo>
                <a:lnTo>
                  <a:pt x="4000" y="3600"/>
                </a:lnTo>
                <a:lnTo>
                  <a:pt x="2000" y="8000"/>
                </a:lnTo>
                <a:lnTo>
                  <a:pt x="0" y="3600"/>
                </a:lnTo>
                <a:lnTo>
                  <a:pt x="900" y="3600"/>
                </a:lnTo>
                <a:lnTo>
                  <a:pt x="900" y="0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1" name="q_a0_0" descr="Editable line; source id q_a0_0"/>
          <p:cNvCxnSpPr/>
          <p:nvPr/>
        </p:nvCxnSpPr>
        <p:spPr>
          <a:xfrm>
            <a:off x="5849937" y="2666999"/>
            <a:ext cx="103187" cy="0"/>
          </a:xfrm>
          <a:prstGeom prst="line">
            <a:avLst/>
          </a:prstGeom>
          <a:ln w="19843">
            <a:solidFill>
              <a:srgbClr val="3C47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q_a1_0" descr="Editable line; source id q_a1_0"/>
          <p:cNvCxnSpPr/>
          <p:nvPr/>
        </p:nvCxnSpPr>
        <p:spPr>
          <a:xfrm>
            <a:off x="5849937" y="3476624"/>
            <a:ext cx="103187" cy="0"/>
          </a:xfrm>
          <a:prstGeom prst="line">
            <a:avLst/>
          </a:prstGeom>
          <a:ln w="19843">
            <a:solidFill>
              <a:srgbClr val="3C47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q_a2_0" descr="Editable line; source id q_a2_0"/>
          <p:cNvCxnSpPr/>
          <p:nvPr/>
        </p:nvCxnSpPr>
        <p:spPr>
          <a:xfrm>
            <a:off x="5849937" y="4302124"/>
            <a:ext cx="103187" cy="0"/>
          </a:xfrm>
          <a:prstGeom prst="line">
            <a:avLst/>
          </a:prstGeom>
          <a:ln w="19843">
            <a:solidFill>
              <a:srgbClr val="3C47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q_a3_0" descr="Editable line; source id q_a3_0"/>
          <p:cNvCxnSpPr/>
          <p:nvPr/>
        </p:nvCxnSpPr>
        <p:spPr>
          <a:xfrm>
            <a:off x="5849937" y="5254624"/>
            <a:ext cx="103187" cy="0"/>
          </a:xfrm>
          <a:prstGeom prst="line">
            <a:avLst/>
          </a:prstGeom>
          <a:ln w="19843">
            <a:solidFill>
              <a:srgbClr val="3C47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q_b_0" descr="Editable line; source id q_b_0"/>
          <p:cNvCxnSpPr/>
          <p:nvPr/>
        </p:nvCxnSpPr>
        <p:spPr>
          <a:xfrm>
            <a:off x="5953124" y="2666999"/>
            <a:ext cx="0" cy="2587625"/>
          </a:xfrm>
          <a:prstGeom prst="line">
            <a:avLst/>
          </a:prstGeom>
          <a:ln w="19843">
            <a:solidFill>
              <a:srgbClr val="3C47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q_t_0" descr="Editable line; source id q_t_0"/>
          <p:cNvSpPr/>
          <p:nvPr/>
        </p:nvSpPr>
        <p:spPr>
          <a:xfrm>
            <a:off x="5953125" y="2619375"/>
            <a:ext cx="277812" cy="95250"/>
          </a:xfrm>
          <a:custGeom>
            <a:avLst/>
            <a:gdLst/>
            <a:ahLst/>
            <a:cxnLst/>
            <a:rect l="l" t="t" r="r" b="b"/>
            <a:pathLst>
              <a:path w="35000" h="12000">
                <a:moveTo>
                  <a:pt x="0" y="4750"/>
                </a:moveTo>
                <a:lnTo>
                  <a:pt x="20000" y="4750"/>
                </a:lnTo>
                <a:lnTo>
                  <a:pt x="20000" y="0"/>
                </a:lnTo>
                <a:lnTo>
                  <a:pt x="35000" y="6000"/>
                </a:lnTo>
                <a:lnTo>
                  <a:pt x="20000" y="12000"/>
                </a:lnTo>
                <a:lnTo>
                  <a:pt x="20000" y="7250"/>
                </a:lnTo>
                <a:lnTo>
                  <a:pt x="0" y="7250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_c_0" descr="Editable line; source id r_c_0"/>
          <p:cNvSpPr/>
          <p:nvPr/>
        </p:nvSpPr>
        <p:spPr>
          <a:xfrm>
            <a:off x="7532687" y="3770312"/>
            <a:ext cx="95250" cy="158750"/>
          </a:xfrm>
          <a:custGeom>
            <a:avLst/>
            <a:gdLst/>
            <a:ahLst/>
            <a:cxnLst/>
            <a:rect l="l" t="t" r="r" b="b"/>
            <a:pathLst>
              <a:path w="12000" h="20000">
                <a:moveTo>
                  <a:pt x="7250" y="0"/>
                </a:moveTo>
                <a:lnTo>
                  <a:pt x="7250" y="5000"/>
                </a:lnTo>
                <a:lnTo>
                  <a:pt x="12000" y="5000"/>
                </a:lnTo>
                <a:lnTo>
                  <a:pt x="6000" y="20000"/>
                </a:lnTo>
                <a:lnTo>
                  <a:pt x="0" y="5000"/>
                </a:lnTo>
                <a:lnTo>
                  <a:pt x="4750" y="5000"/>
                </a:lnTo>
                <a:lnTo>
                  <a:pt x="4750" y="0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8" name="loop_0" descr="Editable line; source id loop_0"/>
          <p:cNvCxnSpPr/>
          <p:nvPr/>
        </p:nvCxnSpPr>
        <p:spPr>
          <a:xfrm>
            <a:off x="7580312" y="5889624"/>
            <a:ext cx="0" cy="127000"/>
          </a:xfrm>
          <a:prstGeom prst="line">
            <a:avLst/>
          </a:prstGeom>
          <a:ln w="19843">
            <a:solidFill>
              <a:srgbClr val="3C4753"/>
            </a:solidFill>
            <a:custDash>
              <a:ds d="440000" sp="280000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loop_1" descr="Editable line; source id loop_1"/>
          <p:cNvCxnSpPr/>
          <p:nvPr/>
        </p:nvCxnSpPr>
        <p:spPr>
          <a:xfrm flipH="1">
            <a:off x="1190624" y="6016624"/>
            <a:ext cx="6389688" cy="0"/>
          </a:xfrm>
          <a:prstGeom prst="line">
            <a:avLst/>
          </a:prstGeom>
          <a:ln w="19843">
            <a:solidFill>
              <a:srgbClr val="3C4753"/>
            </a:solidFill>
            <a:custDash>
              <a:ds d="440000" sp="280000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loop_2" descr="Editable line; source id loop_2"/>
          <p:cNvCxnSpPr/>
          <p:nvPr/>
        </p:nvCxnSpPr>
        <p:spPr>
          <a:xfrm flipV="1">
            <a:off x="1190624" y="4905374"/>
            <a:ext cx="0" cy="1111250"/>
          </a:xfrm>
          <a:prstGeom prst="line">
            <a:avLst/>
          </a:prstGeom>
          <a:ln w="19843">
            <a:solidFill>
              <a:srgbClr val="3C4753"/>
            </a:solidFill>
            <a:custDash>
              <a:ds d="440000" sp="280000"/>
            </a:custDash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loop_p" descr="Editable shape; source id loop_p"/>
          <p:cNvSpPr/>
          <p:nvPr/>
        </p:nvSpPr>
        <p:spPr>
          <a:xfrm>
            <a:off x="3349624" y="5857874"/>
            <a:ext cx="1881187" cy="30956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699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loop_p_t" descr="Editable text; source id loop_p_t"/>
          <p:cNvSpPr txBox="1"/>
          <p:nvPr/>
        </p:nvSpPr>
        <p:spPr>
          <a:xfrm>
            <a:off x="3428999" y="5889624"/>
            <a:ext cx="1722437" cy="2460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40"/>
              </a:lnSpc>
              <a:spcBef>
                <a:spcPts val="0"/>
              </a:spcBef>
              <a:spcAft>
                <a:spcPts val="0"/>
              </a:spcAft>
              <a:defRPr sz="1124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defRPr>
            </a:pPr>
            <a:r>
              <a:rPr sz="1124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rPr>
              <a:t>只重跑责任阶段</a:t>
            </a:r>
            <a:r>
              <a:rPr sz="1124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124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rPr>
              <a:t>下一轮</a:t>
            </a:r>
          </a:p>
        </p:txBody>
      </p:sp>
      <p:sp>
        <p:nvSpPr>
          <p:cNvPr id="163" name="zM" descr="Editable shape; source id zM"/>
          <p:cNvSpPr/>
          <p:nvPr/>
        </p:nvSpPr>
        <p:spPr>
          <a:xfrm>
            <a:off x="9080499" y="1111249"/>
            <a:ext cx="2809874" cy="4913312"/>
          </a:xfrm>
          <a:prstGeom prst="roundRect">
            <a:avLst>
              <a:gd name="adj" fmla="val 3954"/>
            </a:avLst>
          </a:prstGeom>
          <a:solidFill>
            <a:srgbClr val="E6F2F3"/>
          </a:solidFill>
          <a:ln w="12699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zM_l" descr="Editable text; source id zM_l"/>
          <p:cNvSpPr txBox="1"/>
          <p:nvPr/>
        </p:nvSpPr>
        <p:spPr>
          <a:xfrm>
            <a:off x="9223374" y="1190624"/>
            <a:ext cx="1063624" cy="3571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359"/>
              </a:lnSpc>
              <a:spcBef>
                <a:spcPts val="0"/>
              </a:spcBef>
              <a:spcAft>
                <a:spcPts val="0"/>
              </a:spcAft>
              <a:defRPr sz="1624" b="1" i="0" lang="zh-CN" dirty="0">
                <a:solidFill>
                  <a:srgbClr val="0F4F58"/>
                </a:solidFill>
                <a:latin typeface="微软雅黑"/>
                <a:ea typeface="微软雅黑"/>
                <a:cs typeface="微软雅黑"/>
              </a:defRPr>
            </a:pPr>
            <a:r>
              <a:rPr sz="1624" b="1" i="0" lang="zh-CN" dirty="0">
                <a:solidFill>
                  <a:srgbClr val="0F4F58"/>
                </a:solidFill>
                <a:latin typeface="微软雅黑"/>
                <a:ea typeface="微软雅黑"/>
                <a:cs typeface="微软雅黑"/>
              </a:rPr>
              <a:t>机械放行</a:t>
            </a:r>
          </a:p>
        </p:txBody>
      </p:sp>
      <p:sp>
        <p:nvSpPr>
          <p:cNvPr id="165" name="lc" descr="Editable shape; source id lc"/>
          <p:cNvSpPr/>
          <p:nvPr/>
        </p:nvSpPr>
        <p:spPr>
          <a:xfrm>
            <a:off x="9207499" y="1627187"/>
            <a:ext cx="2555874" cy="1770062"/>
          </a:xfrm>
          <a:prstGeom prst="roundRect">
            <a:avLst>
              <a:gd name="adj" fmla="val 4035"/>
            </a:avLst>
          </a:prstGeom>
          <a:solidFill>
            <a:srgbClr val="FFFFFF"/>
          </a:solidFill>
          <a:ln w="15081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lc_b" descr="Editable shape; source id lc_b"/>
          <p:cNvSpPr/>
          <p:nvPr/>
        </p:nvSpPr>
        <p:spPr>
          <a:xfrm>
            <a:off x="9207499" y="1627187"/>
            <a:ext cx="47624" cy="1770062"/>
          </a:xfrm>
          <a:prstGeom prst="roundRect">
            <a:avLst>
              <a:gd name="adj" fmla="val 50000"/>
            </a:avLst>
          </a:prstGeom>
          <a:solidFill>
            <a:srgbClr val="1F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lc_g_b" descr="Editable shape; source id lc_g_b"/>
          <p:cNvSpPr/>
          <p:nvPr/>
        </p:nvSpPr>
        <p:spPr>
          <a:xfrm>
            <a:off x="9382124" y="1746249"/>
            <a:ext cx="190499" cy="158749"/>
          </a:xfrm>
          <a:prstGeom prst="rect">
            <a:avLst/>
          </a:prstGeom>
          <a:noFill/>
          <a:ln w="18216">
            <a:solidFill>
              <a:srgbClr val="111A24"/>
            </a:solidFill>
            <a:custDash>
              <a:ds d="97603" sp="83660"/>
            </a:custDash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lc_t" descr="Editable text; source id lc_t"/>
          <p:cNvSpPr txBox="1"/>
          <p:nvPr/>
        </p:nvSpPr>
        <p:spPr>
          <a:xfrm>
            <a:off x="9667874" y="1698624"/>
            <a:ext cx="1666874" cy="2936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015"/>
              </a:lnSpc>
              <a:spcBef>
                <a:spcPts val="0"/>
              </a:spcBef>
              <a:spcAft>
                <a:spcPts val="0"/>
              </a:spcAft>
              <a:defRPr sz="1374" b="1" i="0" lang="zh-CN" dirty="0">
                <a:solidFill>
                  <a:srgbClr val="0F4F58"/>
                </a:solidFill>
                <a:latin typeface="微软雅黑"/>
                <a:ea typeface="微软雅黑"/>
                <a:cs typeface="微软雅黑"/>
              </a:defRPr>
            </a:pPr>
            <a:r>
              <a:rPr sz="1374" b="1" i="0" lang="zh-CN" dirty="0">
                <a:solidFill>
                  <a:srgbClr val="0F4F58"/>
                </a:solidFill>
                <a:latin typeface="微软雅黑"/>
                <a:ea typeface="微软雅黑"/>
                <a:cs typeface="微软雅黑"/>
              </a:rPr>
              <a:t>loopctl </a:t>
            </a:r>
            <a:r>
              <a:rPr sz="1374" b="1" i="0" lang="zh-CN" dirty="0">
                <a:solidFill>
                  <a:srgbClr val="0F4F58"/>
                </a:solidFill>
                <a:latin typeface="微软雅黑"/>
                <a:ea typeface="微软雅黑"/>
                <a:cs typeface="微软雅黑"/>
              </a:rPr>
              <a:t>拒绝写入</a:t>
            </a:r>
          </a:p>
        </p:txBody>
      </p:sp>
      <p:sp>
        <p:nvSpPr>
          <p:cNvPr id="169" name="lc_r_r0" descr="Editable shape; source id lc_r_r0"/>
          <p:cNvSpPr/>
          <p:nvPr/>
        </p:nvSpPr>
        <p:spPr>
          <a:xfrm>
            <a:off x="9350374" y="2055812"/>
            <a:ext cx="2317749" cy="238124"/>
          </a:xfrm>
          <a:prstGeom prst="roundRect">
            <a:avLst>
              <a:gd name="adj" fmla="val 20000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lc_r_c0_b" descr="Editable shape; source id lc_r_c0_b"/>
          <p:cNvSpPr/>
          <p:nvPr/>
        </p:nvSpPr>
        <p:spPr>
          <a:xfrm>
            <a:off x="9453562" y="2127249"/>
            <a:ext cx="103187" cy="103187"/>
          </a:xfrm>
          <a:prstGeom prst="rect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1" name="lc_r_c0_k_0" descr="Editable line; source id lc_r_c0_k_0"/>
          <p:cNvCxnSpPr/>
          <p:nvPr/>
        </p:nvCxnSpPr>
        <p:spPr>
          <a:xfrm>
            <a:off x="9477374" y="2174874"/>
            <a:ext cx="23813" cy="23813"/>
          </a:xfrm>
          <a:prstGeom prst="line">
            <a:avLst/>
          </a:prstGeom>
          <a:ln w="23681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lc_r_c0_k_1" descr="Editable line; source id lc_r_c0_k_1"/>
          <p:cNvCxnSpPr/>
          <p:nvPr/>
        </p:nvCxnSpPr>
        <p:spPr>
          <a:xfrm flipV="1">
            <a:off x="9501187" y="2151062"/>
            <a:ext cx="31750" cy="47625"/>
          </a:xfrm>
          <a:prstGeom prst="line">
            <a:avLst/>
          </a:prstGeom>
          <a:ln w="23681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lc_r_x0" descr="Editable text; source id lc_r_x0"/>
          <p:cNvSpPr txBox="1"/>
          <p:nvPr/>
        </p:nvSpPr>
        <p:spPr>
          <a:xfrm>
            <a:off x="9659937" y="2047874"/>
            <a:ext cx="1881187" cy="2619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734"/>
              </a:lnSpc>
              <a:spcBef>
                <a:spcPts val="0"/>
              </a:spcBef>
              <a:spcAft>
                <a:spcPts val="0"/>
              </a:spcAft>
              <a:defRPr sz="1187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defRPr>
            </a:pPr>
            <a:r>
              <a:rPr sz="1187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rPr>
              <a:t>跳阶段</a:t>
            </a:r>
          </a:p>
        </p:txBody>
      </p:sp>
      <p:sp>
        <p:nvSpPr>
          <p:cNvPr id="174" name="lc_r_r1" descr="Editable shape; source id lc_r_r1"/>
          <p:cNvSpPr/>
          <p:nvPr/>
        </p:nvSpPr>
        <p:spPr>
          <a:xfrm>
            <a:off x="9350374" y="2325687"/>
            <a:ext cx="2317749" cy="238124"/>
          </a:xfrm>
          <a:prstGeom prst="roundRect">
            <a:avLst>
              <a:gd name="adj" fmla="val 20000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lc_r_c1_b" descr="Editable shape; source id lc_r_c1_b"/>
          <p:cNvSpPr/>
          <p:nvPr/>
        </p:nvSpPr>
        <p:spPr>
          <a:xfrm>
            <a:off x="9453562" y="2397124"/>
            <a:ext cx="103187" cy="103187"/>
          </a:xfrm>
          <a:prstGeom prst="rect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6" name="lc_r_c1_k_0" descr="Editable line; source id lc_r_c1_k_0"/>
          <p:cNvCxnSpPr/>
          <p:nvPr/>
        </p:nvCxnSpPr>
        <p:spPr>
          <a:xfrm>
            <a:off x="9477374" y="2444749"/>
            <a:ext cx="23813" cy="23813"/>
          </a:xfrm>
          <a:prstGeom prst="line">
            <a:avLst/>
          </a:prstGeom>
          <a:ln w="23681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lc_r_c1_k_1" descr="Editable line; source id lc_r_c1_k_1"/>
          <p:cNvCxnSpPr/>
          <p:nvPr/>
        </p:nvCxnSpPr>
        <p:spPr>
          <a:xfrm flipV="1">
            <a:off x="9501187" y="2420937"/>
            <a:ext cx="31750" cy="47625"/>
          </a:xfrm>
          <a:prstGeom prst="line">
            <a:avLst/>
          </a:prstGeom>
          <a:ln w="23681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8" name="lc_r_x1" descr="Editable text; source id lc_r_x1"/>
          <p:cNvSpPr txBox="1"/>
          <p:nvPr/>
        </p:nvSpPr>
        <p:spPr>
          <a:xfrm>
            <a:off x="9659937" y="2317749"/>
            <a:ext cx="1881187" cy="2619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734"/>
              </a:lnSpc>
              <a:spcBef>
                <a:spcPts val="0"/>
              </a:spcBef>
              <a:spcAft>
                <a:spcPts val="0"/>
              </a:spcAft>
              <a:defRPr sz="1187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defRPr>
            </a:pPr>
            <a:r>
              <a:rPr sz="1187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rPr>
              <a:t>缺并发证据</a:t>
            </a:r>
          </a:p>
        </p:txBody>
      </p:sp>
      <p:sp>
        <p:nvSpPr>
          <p:cNvPr id="179" name="lc_r_r2" descr="Editable shape; source id lc_r_r2"/>
          <p:cNvSpPr/>
          <p:nvPr/>
        </p:nvSpPr>
        <p:spPr>
          <a:xfrm>
            <a:off x="9350374" y="2595562"/>
            <a:ext cx="2317749" cy="238124"/>
          </a:xfrm>
          <a:prstGeom prst="roundRect">
            <a:avLst>
              <a:gd name="adj" fmla="val 20000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lc_r_c2_b" descr="Editable shape; source id lc_r_c2_b"/>
          <p:cNvSpPr/>
          <p:nvPr/>
        </p:nvSpPr>
        <p:spPr>
          <a:xfrm>
            <a:off x="9453562" y="2666999"/>
            <a:ext cx="103187" cy="103187"/>
          </a:xfrm>
          <a:prstGeom prst="rect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1" name="lc_r_c2_k_0" descr="Editable line; source id lc_r_c2_k_0"/>
          <p:cNvCxnSpPr/>
          <p:nvPr/>
        </p:nvCxnSpPr>
        <p:spPr>
          <a:xfrm>
            <a:off x="9477374" y="2714624"/>
            <a:ext cx="23813" cy="23813"/>
          </a:xfrm>
          <a:prstGeom prst="line">
            <a:avLst/>
          </a:prstGeom>
          <a:ln w="23681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lc_r_c2_k_1" descr="Editable line; source id lc_r_c2_k_1"/>
          <p:cNvCxnSpPr/>
          <p:nvPr/>
        </p:nvCxnSpPr>
        <p:spPr>
          <a:xfrm flipV="1">
            <a:off x="9501187" y="2690812"/>
            <a:ext cx="31750" cy="47625"/>
          </a:xfrm>
          <a:prstGeom prst="line">
            <a:avLst/>
          </a:prstGeom>
          <a:ln w="23681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3" name="lc_r_x2" descr="Editable text; source id lc_r_x2"/>
          <p:cNvSpPr txBox="1"/>
          <p:nvPr/>
        </p:nvSpPr>
        <p:spPr>
          <a:xfrm>
            <a:off x="9659937" y="2587624"/>
            <a:ext cx="1881187" cy="2619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734"/>
              </a:lnSpc>
              <a:spcBef>
                <a:spcPts val="0"/>
              </a:spcBef>
              <a:spcAft>
                <a:spcPts val="0"/>
              </a:spcAft>
              <a:defRPr sz="1187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defRPr>
            </a:pPr>
            <a:r>
              <a:rPr sz="1187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rPr>
              <a:t>单轮审稿</a:t>
            </a:r>
          </a:p>
        </p:txBody>
      </p:sp>
      <p:sp>
        <p:nvSpPr>
          <p:cNvPr id="184" name="lc_r_r3" descr="Editable shape; source id lc_r_r3"/>
          <p:cNvSpPr/>
          <p:nvPr/>
        </p:nvSpPr>
        <p:spPr>
          <a:xfrm>
            <a:off x="9350374" y="2865437"/>
            <a:ext cx="2317749" cy="238124"/>
          </a:xfrm>
          <a:prstGeom prst="roundRect">
            <a:avLst>
              <a:gd name="adj" fmla="val 20000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lc_r_c3_b" descr="Editable shape; source id lc_r_c3_b"/>
          <p:cNvSpPr/>
          <p:nvPr/>
        </p:nvSpPr>
        <p:spPr>
          <a:xfrm>
            <a:off x="9453562" y="2936874"/>
            <a:ext cx="103187" cy="103187"/>
          </a:xfrm>
          <a:prstGeom prst="rect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6" name="lc_r_c3_k_0" descr="Editable line; source id lc_r_c3_k_0"/>
          <p:cNvCxnSpPr/>
          <p:nvPr/>
        </p:nvCxnSpPr>
        <p:spPr>
          <a:xfrm>
            <a:off x="9477374" y="2984499"/>
            <a:ext cx="23813" cy="23813"/>
          </a:xfrm>
          <a:prstGeom prst="line">
            <a:avLst/>
          </a:prstGeom>
          <a:ln w="23681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lc_r_c3_k_1" descr="Editable line; source id lc_r_c3_k_1"/>
          <p:cNvCxnSpPr/>
          <p:nvPr/>
        </p:nvCxnSpPr>
        <p:spPr>
          <a:xfrm flipV="1">
            <a:off x="9501187" y="2960687"/>
            <a:ext cx="31750" cy="47625"/>
          </a:xfrm>
          <a:prstGeom prst="line">
            <a:avLst/>
          </a:prstGeom>
          <a:ln w="23681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lc_r_x3" descr="Editable text; source id lc_r_x3"/>
          <p:cNvSpPr txBox="1"/>
          <p:nvPr/>
        </p:nvSpPr>
        <p:spPr>
          <a:xfrm>
            <a:off x="9659937" y="2857499"/>
            <a:ext cx="1881187" cy="2619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734"/>
              </a:lnSpc>
              <a:spcBef>
                <a:spcPts val="0"/>
              </a:spcBef>
              <a:spcAft>
                <a:spcPts val="0"/>
              </a:spcAft>
              <a:defRPr sz="1187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defRPr>
            </a:pPr>
            <a:r>
              <a:rPr sz="1187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rPr>
              <a:t>无回执</a:t>
            </a:r>
          </a:p>
        </p:txBody>
      </p:sp>
      <p:sp>
        <p:nvSpPr>
          <p:cNvPr id="189" name="lc_r_r4" descr="Editable shape; source id lc_r_r4"/>
          <p:cNvSpPr/>
          <p:nvPr/>
        </p:nvSpPr>
        <p:spPr>
          <a:xfrm>
            <a:off x="9350374" y="3135312"/>
            <a:ext cx="2317749" cy="238124"/>
          </a:xfrm>
          <a:prstGeom prst="roundRect">
            <a:avLst>
              <a:gd name="adj" fmla="val 20000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lc_r_c4_b" descr="Editable shape; source id lc_r_c4_b"/>
          <p:cNvSpPr/>
          <p:nvPr/>
        </p:nvSpPr>
        <p:spPr>
          <a:xfrm>
            <a:off x="9453562" y="3206749"/>
            <a:ext cx="103187" cy="103187"/>
          </a:xfrm>
          <a:prstGeom prst="rect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1" name="lc_r_c4_k_0" descr="Editable line; source id lc_r_c4_k_0"/>
          <p:cNvCxnSpPr/>
          <p:nvPr/>
        </p:nvCxnSpPr>
        <p:spPr>
          <a:xfrm>
            <a:off x="9477374" y="3254374"/>
            <a:ext cx="23813" cy="23813"/>
          </a:xfrm>
          <a:prstGeom prst="line">
            <a:avLst/>
          </a:prstGeom>
          <a:ln w="23681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lc_r_c4_k_1" descr="Editable line; source id lc_r_c4_k_1"/>
          <p:cNvCxnSpPr/>
          <p:nvPr/>
        </p:nvCxnSpPr>
        <p:spPr>
          <a:xfrm flipV="1">
            <a:off x="9501187" y="3230562"/>
            <a:ext cx="31750" cy="47625"/>
          </a:xfrm>
          <a:prstGeom prst="line">
            <a:avLst/>
          </a:prstGeom>
          <a:ln w="23681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3" name="lc_r_x4" descr="Editable text; source id lc_r_x4"/>
          <p:cNvSpPr txBox="1"/>
          <p:nvPr/>
        </p:nvSpPr>
        <p:spPr>
          <a:xfrm>
            <a:off x="9659937" y="3127374"/>
            <a:ext cx="1881187" cy="2619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734"/>
              </a:lnSpc>
              <a:spcBef>
                <a:spcPts val="0"/>
              </a:spcBef>
              <a:spcAft>
                <a:spcPts val="0"/>
              </a:spcAft>
              <a:defRPr sz="1187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defRPr>
            </a:pPr>
            <a:r>
              <a:rPr sz="1187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rPr>
              <a:t>非</a:t>
            </a:r>
            <a:r>
              <a:rPr sz="1187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rPr>
              <a:t> TeX </a:t>
            </a:r>
            <a:r>
              <a:rPr sz="1187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rPr>
              <a:t>编译的</a:t>
            </a:r>
            <a:r>
              <a:rPr sz="1187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rPr>
              <a:t> PDF</a:t>
            </a:r>
          </a:p>
        </p:txBody>
      </p:sp>
      <p:sp>
        <p:nvSpPr>
          <p:cNvPr id="194" name="cd" descr="Editable shape; source id cd"/>
          <p:cNvSpPr/>
          <p:nvPr/>
        </p:nvSpPr>
        <p:spPr>
          <a:xfrm>
            <a:off x="9207499" y="3635374"/>
            <a:ext cx="2555874" cy="2293937"/>
          </a:xfrm>
          <a:prstGeom prst="roundRect">
            <a:avLst>
              <a:gd name="adj" fmla="val 3114"/>
            </a:avLst>
          </a:prstGeom>
          <a:solidFill>
            <a:srgbClr val="FFFFFF"/>
          </a:solidFill>
          <a:ln w="15081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cd_b" descr="Editable shape; source id cd_b"/>
          <p:cNvSpPr/>
          <p:nvPr/>
        </p:nvSpPr>
        <p:spPr>
          <a:xfrm>
            <a:off x="9207499" y="3635374"/>
            <a:ext cx="47624" cy="2293937"/>
          </a:xfrm>
          <a:prstGeom prst="roundRect">
            <a:avLst>
              <a:gd name="adj" fmla="val 50000"/>
            </a:avLst>
          </a:prstGeom>
          <a:solidFill>
            <a:srgbClr val="1F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cd_g_c" descr="Editable shape; source id cd_g_c"/>
          <p:cNvSpPr/>
          <p:nvPr/>
        </p:nvSpPr>
        <p:spPr>
          <a:xfrm>
            <a:off x="9374187" y="3730624"/>
            <a:ext cx="214312" cy="214312"/>
          </a:xfrm>
          <a:prstGeom prst="ellipse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7" name="cd_g_k_0" descr="Editable line; source id cd_g_k_0"/>
          <p:cNvCxnSpPr/>
          <p:nvPr/>
        </p:nvCxnSpPr>
        <p:spPr>
          <a:xfrm>
            <a:off x="9421812" y="3841749"/>
            <a:ext cx="39687" cy="39688"/>
          </a:xfrm>
          <a:prstGeom prst="line">
            <a:avLst/>
          </a:prstGeom>
          <a:ln w="23681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cd_g_k_1" descr="Editable line; source id cd_g_k_1"/>
          <p:cNvCxnSpPr/>
          <p:nvPr/>
        </p:nvCxnSpPr>
        <p:spPr>
          <a:xfrm flipV="1">
            <a:off x="9461499" y="3786187"/>
            <a:ext cx="79375" cy="95250"/>
          </a:xfrm>
          <a:prstGeom prst="line">
            <a:avLst/>
          </a:prstGeom>
          <a:ln w="23681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cd_t" descr="Editable text; source id cd_t"/>
          <p:cNvSpPr txBox="1"/>
          <p:nvPr/>
        </p:nvSpPr>
        <p:spPr>
          <a:xfrm>
            <a:off x="9667874" y="3706812"/>
            <a:ext cx="1222374" cy="2936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defRPr sz="1374" b="1" i="0" lang="zh-CN" dirty="0">
                <a:solidFill>
                  <a:srgbClr val="0F4F58"/>
                </a:solidFill>
                <a:latin typeface="微软雅黑"/>
                <a:ea typeface="微软雅黑"/>
                <a:cs typeface="微软雅黑"/>
              </a:defRPr>
            </a:pPr>
            <a:r>
              <a:rPr sz="1374" b="1" i="0" lang="zh-CN" dirty="0">
                <a:solidFill>
                  <a:srgbClr val="0F4F58"/>
                </a:solidFill>
                <a:latin typeface="微软雅黑"/>
                <a:ea typeface="微软雅黑"/>
                <a:cs typeface="微软雅黑"/>
              </a:rPr>
              <a:t>check-done</a:t>
            </a:r>
          </a:p>
        </p:txBody>
      </p:sp>
      <p:sp>
        <p:nvSpPr>
          <p:cNvPr id="200" name="cd_v_t0" descr="Editable shape; source id cd_v_t0"/>
          <p:cNvSpPr/>
          <p:nvPr/>
        </p:nvSpPr>
        <p:spPr>
          <a:xfrm>
            <a:off x="9397999" y="4063999"/>
            <a:ext cx="2222499" cy="269874"/>
          </a:xfrm>
          <a:prstGeom prst="roundRect">
            <a:avLst>
              <a:gd name="adj" fmla="val 17647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cd_v_t0_t" descr="Editable text; source id cd_v_t0_t"/>
          <p:cNvSpPr txBox="1"/>
          <p:nvPr/>
        </p:nvSpPr>
        <p:spPr>
          <a:xfrm>
            <a:off x="9453562" y="4095749"/>
            <a:ext cx="2111374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93"/>
              </a:lnSpc>
              <a:spcBef>
                <a:spcPts val="0"/>
              </a:spcBef>
              <a:spcAft>
                <a:spcPts val="0"/>
              </a:spcAft>
              <a:defRPr sz="1091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defRPr>
            </a:pPr>
            <a:r>
              <a:rPr sz="1091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rPr>
              <a:t>九个闸门全部落账</a:t>
            </a:r>
          </a:p>
        </p:txBody>
      </p:sp>
      <p:sp>
        <p:nvSpPr>
          <p:cNvPr id="202" name="cd_v_t1" descr="Editable shape; source id cd_v_t1"/>
          <p:cNvSpPr/>
          <p:nvPr/>
        </p:nvSpPr>
        <p:spPr>
          <a:xfrm>
            <a:off x="9397999" y="4444999"/>
            <a:ext cx="2222499" cy="269874"/>
          </a:xfrm>
          <a:prstGeom prst="roundRect">
            <a:avLst>
              <a:gd name="adj" fmla="val 17647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cd_v_t1_t" descr="Editable text; source id cd_v_t1_t"/>
          <p:cNvSpPr txBox="1"/>
          <p:nvPr/>
        </p:nvSpPr>
        <p:spPr>
          <a:xfrm>
            <a:off x="9453562" y="4476749"/>
            <a:ext cx="2111374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93"/>
              </a:lnSpc>
              <a:spcBef>
                <a:spcPts val="0"/>
              </a:spcBef>
              <a:spcAft>
                <a:spcPts val="0"/>
              </a:spcAft>
              <a:defRPr sz="1091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defRPr>
            </a:pPr>
            <a:r>
              <a:rPr sz="1091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rPr>
              <a:t>无未关闭的</a:t>
            </a:r>
            <a:r>
              <a:rPr sz="1091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rPr>
              <a:t> blocker/major</a:t>
            </a:r>
          </a:p>
        </p:txBody>
      </p:sp>
      <p:sp>
        <p:nvSpPr>
          <p:cNvPr id="204" name="cd_v_a1" descr="Editable line; source id cd_v_a1"/>
          <p:cNvSpPr/>
          <p:nvPr/>
        </p:nvSpPr>
        <p:spPr>
          <a:xfrm>
            <a:off x="10493375" y="4357687"/>
            <a:ext cx="31750" cy="63500"/>
          </a:xfrm>
          <a:custGeom>
            <a:avLst/>
            <a:gdLst/>
            <a:ahLst/>
            <a:cxnLst/>
            <a:rect l="l" t="t" r="r" b="b"/>
            <a:pathLst>
              <a:path w="4000" h="8000">
                <a:moveTo>
                  <a:pt x="3100" y="0"/>
                </a:moveTo>
                <a:lnTo>
                  <a:pt x="3100" y="3600"/>
                </a:lnTo>
                <a:lnTo>
                  <a:pt x="4000" y="3600"/>
                </a:lnTo>
                <a:lnTo>
                  <a:pt x="2000" y="8000"/>
                </a:lnTo>
                <a:lnTo>
                  <a:pt x="0" y="3600"/>
                </a:lnTo>
                <a:lnTo>
                  <a:pt x="900" y="3600"/>
                </a:lnTo>
                <a:lnTo>
                  <a:pt x="900" y="0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cd_v_t2" descr="Editable shape; source id cd_v_t2"/>
          <p:cNvSpPr/>
          <p:nvPr/>
        </p:nvSpPr>
        <p:spPr>
          <a:xfrm>
            <a:off x="9397999" y="4825999"/>
            <a:ext cx="2222499" cy="269874"/>
          </a:xfrm>
          <a:prstGeom prst="roundRect">
            <a:avLst>
              <a:gd name="adj" fmla="val 17647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cd_v_t2_t" descr="Editable text; source id cd_v_t2_t"/>
          <p:cNvSpPr txBox="1"/>
          <p:nvPr/>
        </p:nvSpPr>
        <p:spPr>
          <a:xfrm>
            <a:off x="9453562" y="4857749"/>
            <a:ext cx="2111374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93"/>
              </a:lnSpc>
              <a:spcBef>
                <a:spcPts val="0"/>
              </a:spcBef>
              <a:spcAft>
                <a:spcPts val="0"/>
              </a:spcAft>
              <a:defRPr sz="1091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defRPr>
            </a:pPr>
            <a:r>
              <a:rPr sz="1091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rPr>
              <a:t>回执指向真实审稿记录</a:t>
            </a:r>
          </a:p>
        </p:txBody>
      </p:sp>
      <p:sp>
        <p:nvSpPr>
          <p:cNvPr id="207" name="cd_v_a2" descr="Editable line; source id cd_v_a2"/>
          <p:cNvSpPr/>
          <p:nvPr/>
        </p:nvSpPr>
        <p:spPr>
          <a:xfrm>
            <a:off x="10493375" y="4738687"/>
            <a:ext cx="31750" cy="63500"/>
          </a:xfrm>
          <a:custGeom>
            <a:avLst/>
            <a:gdLst/>
            <a:ahLst/>
            <a:cxnLst/>
            <a:rect l="l" t="t" r="r" b="b"/>
            <a:pathLst>
              <a:path w="4000" h="8000">
                <a:moveTo>
                  <a:pt x="3100" y="0"/>
                </a:moveTo>
                <a:lnTo>
                  <a:pt x="3100" y="3600"/>
                </a:lnTo>
                <a:lnTo>
                  <a:pt x="4000" y="3600"/>
                </a:lnTo>
                <a:lnTo>
                  <a:pt x="2000" y="8000"/>
                </a:lnTo>
                <a:lnTo>
                  <a:pt x="0" y="3600"/>
                </a:lnTo>
                <a:lnTo>
                  <a:pt x="900" y="3600"/>
                </a:lnTo>
                <a:lnTo>
                  <a:pt x="900" y="0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cd_v_t3" descr="Editable shape; source id cd_v_t3"/>
          <p:cNvSpPr/>
          <p:nvPr/>
        </p:nvSpPr>
        <p:spPr>
          <a:xfrm>
            <a:off x="9397999" y="5206999"/>
            <a:ext cx="2222499" cy="269874"/>
          </a:xfrm>
          <a:prstGeom prst="roundRect">
            <a:avLst>
              <a:gd name="adj" fmla="val 17647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cd_v_t3_t" descr="Editable text; source id cd_v_t3_t"/>
          <p:cNvSpPr txBox="1"/>
          <p:nvPr/>
        </p:nvSpPr>
        <p:spPr>
          <a:xfrm>
            <a:off x="9453562" y="5238749"/>
            <a:ext cx="2111374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93"/>
              </a:lnSpc>
              <a:spcBef>
                <a:spcPts val="0"/>
              </a:spcBef>
              <a:spcAft>
                <a:spcPts val="0"/>
              </a:spcAft>
              <a:defRPr sz="1091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defRPr>
            </a:pPr>
            <a:r>
              <a:rPr sz="1091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rPr>
              <a:t>指纹未变</a:t>
            </a:r>
          </a:p>
        </p:txBody>
      </p:sp>
      <p:sp>
        <p:nvSpPr>
          <p:cNvPr id="210" name="cd_v_a3" descr="Editable line; source id cd_v_a3"/>
          <p:cNvSpPr/>
          <p:nvPr/>
        </p:nvSpPr>
        <p:spPr>
          <a:xfrm>
            <a:off x="10493375" y="5119687"/>
            <a:ext cx="31750" cy="63500"/>
          </a:xfrm>
          <a:custGeom>
            <a:avLst/>
            <a:gdLst/>
            <a:ahLst/>
            <a:cxnLst/>
            <a:rect l="l" t="t" r="r" b="b"/>
            <a:pathLst>
              <a:path w="4000" h="8000">
                <a:moveTo>
                  <a:pt x="3100" y="0"/>
                </a:moveTo>
                <a:lnTo>
                  <a:pt x="3100" y="3600"/>
                </a:lnTo>
                <a:lnTo>
                  <a:pt x="4000" y="3600"/>
                </a:lnTo>
                <a:lnTo>
                  <a:pt x="2000" y="8000"/>
                </a:lnTo>
                <a:lnTo>
                  <a:pt x="0" y="3600"/>
                </a:lnTo>
                <a:lnTo>
                  <a:pt x="900" y="3600"/>
                </a:lnTo>
                <a:lnTo>
                  <a:pt x="900" y="0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cd_o" descr="Editable shape; source id cd_o"/>
          <p:cNvSpPr/>
          <p:nvPr/>
        </p:nvSpPr>
        <p:spPr>
          <a:xfrm>
            <a:off x="9794874" y="5619749"/>
            <a:ext cx="1420812" cy="269874"/>
          </a:xfrm>
          <a:prstGeom prst="roundRect">
            <a:avLst>
              <a:gd name="adj" fmla="val 17647"/>
            </a:avLst>
          </a:prstGeom>
          <a:solidFill>
            <a:srgbClr val="E6F2F3"/>
          </a:solidFill>
          <a:ln w="12699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cd_o_t" descr="Editable text; source id cd_o_t"/>
          <p:cNvSpPr txBox="1"/>
          <p:nvPr/>
        </p:nvSpPr>
        <p:spPr>
          <a:xfrm>
            <a:off x="9858374" y="5651499"/>
            <a:ext cx="1309687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93"/>
              </a:lnSpc>
              <a:spcBef>
                <a:spcPts val="0"/>
              </a:spcBef>
              <a:spcAft>
                <a:spcPts val="0"/>
              </a:spcAft>
              <a:defRPr sz="1091" b="1" i="0" lang="zh-CN" dirty="0">
                <a:solidFill>
                  <a:srgbClr val="0F4F58"/>
                </a:solidFill>
                <a:latin typeface="微软雅黑"/>
                <a:ea typeface="微软雅黑"/>
                <a:cs typeface="微软雅黑"/>
              </a:defRPr>
            </a:pPr>
            <a:r>
              <a:rPr sz="1091" b="1" i="0" lang="zh-CN" dirty="0">
                <a:solidFill>
                  <a:srgbClr val="0F4F58"/>
                </a:solidFill>
                <a:latin typeface="微软雅黑"/>
                <a:ea typeface="微软雅黑"/>
                <a:cs typeface="微软雅黑"/>
              </a:rPr>
              <a:t>退出码</a:t>
            </a:r>
            <a:r>
              <a:rPr sz="1091" b="1" i="0" lang="zh-CN" dirty="0">
                <a:solidFill>
                  <a:srgbClr val="0F4F58"/>
                </a:solidFill>
                <a:latin typeface="微软雅黑"/>
                <a:ea typeface="微软雅黑"/>
                <a:cs typeface="微软雅黑"/>
              </a:rPr>
              <a:t> 0 → </a:t>
            </a:r>
            <a:r>
              <a:rPr sz="1091" b="1" i="0" lang="zh-CN" dirty="0">
                <a:solidFill>
                  <a:srgbClr val="0F4F58"/>
                </a:solidFill>
                <a:latin typeface="微软雅黑"/>
                <a:ea typeface="微软雅黑"/>
                <a:cs typeface="微软雅黑"/>
              </a:rPr>
              <a:t>交付</a:t>
            </a:r>
          </a:p>
        </p:txBody>
      </p:sp>
      <p:sp>
        <p:nvSpPr>
          <p:cNvPr id="213" name="cd_oa" descr="Editable line; source id cd_oa"/>
          <p:cNvSpPr/>
          <p:nvPr/>
        </p:nvSpPr>
        <p:spPr>
          <a:xfrm>
            <a:off x="10477500" y="5500687"/>
            <a:ext cx="63500" cy="95250"/>
          </a:xfrm>
          <a:custGeom>
            <a:avLst/>
            <a:gdLst/>
            <a:ahLst/>
            <a:cxnLst/>
            <a:rect l="l" t="t" r="r" b="b"/>
            <a:pathLst>
              <a:path w="8000" h="12000">
                <a:moveTo>
                  <a:pt x="5100" y="0"/>
                </a:moveTo>
                <a:lnTo>
                  <a:pt x="5100" y="3000"/>
                </a:lnTo>
                <a:lnTo>
                  <a:pt x="8000" y="3000"/>
                </a:lnTo>
                <a:lnTo>
                  <a:pt x="4000" y="12000"/>
                </a:lnTo>
                <a:lnTo>
                  <a:pt x="0" y="3000"/>
                </a:lnTo>
                <a:lnTo>
                  <a:pt x="2900" y="3000"/>
                </a:lnTo>
                <a:lnTo>
                  <a:pt x="2900" y="0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4" name="r_d_0" descr="Editable line; source id r_d_0"/>
          <p:cNvCxnSpPr/>
          <p:nvPr/>
        </p:nvCxnSpPr>
        <p:spPr>
          <a:xfrm>
            <a:off x="8929687" y="3413124"/>
            <a:ext cx="39687" cy="0"/>
          </a:xfrm>
          <a:prstGeom prst="line">
            <a:avLst/>
          </a:prstGeom>
          <a:ln w="19843">
            <a:solidFill>
              <a:srgbClr val="3C47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r_d_1" descr="Editable line; source id r_d_1"/>
          <p:cNvCxnSpPr/>
          <p:nvPr/>
        </p:nvCxnSpPr>
        <p:spPr>
          <a:xfrm>
            <a:off x="8969374" y="3413124"/>
            <a:ext cx="0" cy="698500"/>
          </a:xfrm>
          <a:prstGeom prst="line">
            <a:avLst/>
          </a:prstGeom>
          <a:ln w="19843">
            <a:solidFill>
              <a:srgbClr val="3C47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6" name="r_d_2" descr="Editable line; source id r_d_2"/>
          <p:cNvSpPr/>
          <p:nvPr/>
        </p:nvSpPr>
        <p:spPr>
          <a:xfrm>
            <a:off x="8969375" y="4064000"/>
            <a:ext cx="198437" cy="95250"/>
          </a:xfrm>
          <a:custGeom>
            <a:avLst/>
            <a:gdLst/>
            <a:ahLst/>
            <a:cxnLst/>
            <a:rect l="l" t="t" r="r" b="b"/>
            <a:pathLst>
              <a:path w="25000" h="12000">
                <a:moveTo>
                  <a:pt x="0" y="4750"/>
                </a:moveTo>
                <a:lnTo>
                  <a:pt x="10000" y="4750"/>
                </a:lnTo>
                <a:lnTo>
                  <a:pt x="10000" y="0"/>
                </a:lnTo>
                <a:lnTo>
                  <a:pt x="25000" y="6000"/>
                </a:lnTo>
                <a:lnTo>
                  <a:pt x="10000" y="12000"/>
                </a:lnTo>
                <a:lnTo>
                  <a:pt x="10000" y="7250"/>
                </a:lnTo>
                <a:lnTo>
                  <a:pt x="0" y="7250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tb" descr="Editable shape; source id tb"/>
          <p:cNvSpPr/>
          <p:nvPr/>
        </p:nvSpPr>
        <p:spPr>
          <a:xfrm>
            <a:off x="301624" y="6191249"/>
            <a:ext cx="11588749" cy="476249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081">
            <a:solidFill>
              <a:srgbClr val="9AA3AB"/>
            </a:solidFill>
            <a:custDash>
              <a:ds d="631579" sp="421053"/>
            </a:custDash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tb_g_o" descr="Editable shape; source id tb_g_o"/>
          <p:cNvSpPr/>
          <p:nvPr/>
        </p:nvSpPr>
        <p:spPr>
          <a:xfrm>
            <a:off x="444499" y="6310312"/>
            <a:ext cx="150812" cy="150812"/>
          </a:xfrm>
          <a:prstGeom prst="ellipse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tb_g_i" descr="Editable shape; source id tb_g_i"/>
          <p:cNvSpPr/>
          <p:nvPr/>
        </p:nvSpPr>
        <p:spPr>
          <a:xfrm>
            <a:off x="500062" y="6365874"/>
            <a:ext cx="47624" cy="47624"/>
          </a:xfrm>
          <a:prstGeom prst="ellipse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0" name="tb_g_t506" descr="Editable line; source id tb_g_t506"/>
          <p:cNvCxnSpPr/>
          <p:nvPr/>
        </p:nvCxnSpPr>
        <p:spPr>
          <a:xfrm>
            <a:off x="523874" y="6278562"/>
            <a:ext cx="0" cy="39687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tb_g_t5078" descr="Editable line; source id tb_g_t5078"/>
          <p:cNvCxnSpPr/>
          <p:nvPr/>
        </p:nvCxnSpPr>
        <p:spPr>
          <a:xfrm>
            <a:off x="523874" y="6461124"/>
            <a:ext cx="0" cy="39688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tb_g_t650" descr="Editable line; source id tb_g_t650"/>
          <p:cNvCxnSpPr/>
          <p:nvPr/>
        </p:nvCxnSpPr>
        <p:spPr>
          <a:xfrm>
            <a:off x="412749" y="6389687"/>
            <a:ext cx="39688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tb_g_t7850" descr="Editable line; source id tb_g_t7850"/>
          <p:cNvCxnSpPr/>
          <p:nvPr/>
        </p:nvCxnSpPr>
        <p:spPr>
          <a:xfrm>
            <a:off x="595312" y="6389687"/>
            <a:ext cx="39687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4" name="tb_t" descr="Editable text; source id tb_t"/>
          <p:cNvSpPr txBox="1"/>
          <p:nvPr/>
        </p:nvSpPr>
        <p:spPr>
          <a:xfrm>
            <a:off x="714374" y="6262687"/>
            <a:ext cx="817562" cy="2936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015"/>
              </a:lnSpc>
              <a:spcBef>
                <a:spcPts val="0"/>
              </a:spcBef>
              <a:spcAft>
                <a:spcPts val="0"/>
              </a:spcAft>
              <a:defRPr sz="1374" b="1" i="0" lang="zh-CN" dirty="0">
                <a:solidFill>
                  <a:srgbClr val="5B6570"/>
                </a:solidFill>
                <a:latin typeface="微软雅黑"/>
                <a:ea typeface="微软雅黑"/>
                <a:cs typeface="微软雅黑"/>
              </a:defRPr>
            </a:pPr>
            <a:r>
              <a:rPr sz="1374" b="1" i="0" lang="zh-CN" dirty="0">
                <a:solidFill>
                  <a:srgbClr val="5B6570"/>
                </a:solidFill>
                <a:latin typeface="微软雅黑"/>
                <a:ea typeface="微软雅黑"/>
                <a:cs typeface="微软雅黑"/>
              </a:rPr>
              <a:t>终止旁路</a:t>
            </a:r>
          </a:p>
        </p:txBody>
      </p:sp>
      <p:sp>
        <p:nvSpPr>
          <p:cNvPr id="225" name="tb_t0" descr="Editable shape; source id tb_t0"/>
          <p:cNvSpPr/>
          <p:nvPr/>
        </p:nvSpPr>
        <p:spPr>
          <a:xfrm>
            <a:off x="1690687" y="6294437"/>
            <a:ext cx="2071687" cy="269874"/>
          </a:xfrm>
          <a:prstGeom prst="roundRect">
            <a:avLst>
              <a:gd name="adj" fmla="val 17647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tb_t0_t" descr="Editable text; source id tb_t0_t"/>
          <p:cNvSpPr txBox="1"/>
          <p:nvPr/>
        </p:nvSpPr>
        <p:spPr>
          <a:xfrm>
            <a:off x="1746249" y="6326187"/>
            <a:ext cx="1960562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93"/>
              </a:lnSpc>
              <a:spcBef>
                <a:spcPts val="0"/>
              </a:spcBef>
              <a:spcAft>
                <a:spcPts val="0"/>
              </a:spcAft>
              <a:defRPr sz="1091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defRPr>
            </a:pPr>
            <a:r>
              <a:rPr sz="1091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rPr>
              <a:t>轮次上限</a:t>
            </a:r>
            <a:r>
              <a:rPr sz="1091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rPr>
              <a:t> → </a:t>
            </a:r>
            <a:r>
              <a:rPr sz="1091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rPr>
              <a:t>带遗留清单交付</a:t>
            </a:r>
          </a:p>
        </p:txBody>
      </p:sp>
      <p:sp>
        <p:nvSpPr>
          <p:cNvPr id="227" name="tb_t1" descr="Editable shape; source id tb_t1"/>
          <p:cNvSpPr/>
          <p:nvPr/>
        </p:nvSpPr>
        <p:spPr>
          <a:xfrm>
            <a:off x="3889374" y="6294437"/>
            <a:ext cx="2373312" cy="269874"/>
          </a:xfrm>
          <a:prstGeom prst="roundRect">
            <a:avLst>
              <a:gd name="adj" fmla="val 17647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tb_t1_t" descr="Editable text; source id tb_t1_t"/>
          <p:cNvSpPr txBox="1"/>
          <p:nvPr/>
        </p:nvSpPr>
        <p:spPr>
          <a:xfrm>
            <a:off x="3944937" y="6326187"/>
            <a:ext cx="2262187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93"/>
              </a:lnSpc>
              <a:spcBef>
                <a:spcPts val="0"/>
              </a:spcBef>
              <a:spcAft>
                <a:spcPts val="0"/>
              </a:spcAft>
              <a:defRPr sz="1091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defRPr>
            </a:pPr>
            <a:r>
              <a:rPr sz="1091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rPr>
              <a:t>同一问题三轮未收敛</a:t>
            </a:r>
            <a:r>
              <a:rPr sz="1091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rPr>
              <a:t> → </a:t>
            </a:r>
            <a:r>
              <a:rPr sz="1091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rPr>
              <a:t>升级人类</a:t>
            </a:r>
          </a:p>
        </p:txBody>
      </p:sp>
      <p:sp>
        <p:nvSpPr>
          <p:cNvPr id="229" name="tb_t2" descr="Editable shape; source id tb_t2"/>
          <p:cNvSpPr/>
          <p:nvPr/>
        </p:nvSpPr>
        <p:spPr>
          <a:xfrm>
            <a:off x="6389687" y="6294437"/>
            <a:ext cx="2674937" cy="269874"/>
          </a:xfrm>
          <a:prstGeom prst="roundRect">
            <a:avLst>
              <a:gd name="adj" fmla="val 17647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tb_t2_t" descr="Editable text; source id tb_t2_t"/>
          <p:cNvSpPr txBox="1"/>
          <p:nvPr/>
        </p:nvSpPr>
        <p:spPr>
          <a:xfrm>
            <a:off x="6445249" y="6326187"/>
            <a:ext cx="2563812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93"/>
              </a:lnSpc>
              <a:spcBef>
                <a:spcPts val="0"/>
              </a:spcBef>
              <a:spcAft>
                <a:spcPts val="0"/>
              </a:spcAft>
              <a:defRPr sz="1091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defRPr>
            </a:pPr>
            <a:r>
              <a:rPr sz="1091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rPr>
              <a:t>连续两次无新增日志</a:t>
            </a:r>
            <a:r>
              <a:rPr sz="1091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rPr>
              <a:t> → </a:t>
            </a:r>
            <a:r>
              <a:rPr sz="1091" b="0" i="0" lang="zh-CN" dirty="0">
                <a:solidFill>
                  <a:srgbClr val="27303A"/>
                </a:solidFill>
                <a:latin typeface="微软雅黑"/>
                <a:ea typeface="微软雅黑"/>
                <a:cs typeface="微软雅黑"/>
              </a:rPr>
              <a:t>空转，换策略</a:t>
            </a:r>
          </a:p>
        </p:txBody>
      </p:sp>
      <p:sp>
        <p:nvSpPr>
          <p:cNvPr id="231" name="to_tb_0" descr="Editable line; source id to_tb_0"/>
          <p:cNvSpPr/>
          <p:nvPr/>
        </p:nvSpPr>
        <p:spPr>
          <a:xfrm>
            <a:off x="8366125" y="5889625"/>
            <a:ext cx="95250" cy="261937"/>
          </a:xfrm>
          <a:custGeom>
            <a:avLst/>
            <a:gdLst/>
            <a:ahLst/>
            <a:cxnLst/>
            <a:rect l="l" t="t" r="r" b="b"/>
            <a:pathLst>
              <a:path w="12000" h="33000">
                <a:moveTo>
                  <a:pt x="7250" y="0"/>
                </a:moveTo>
                <a:lnTo>
                  <a:pt x="7250" y="18000"/>
                </a:lnTo>
                <a:lnTo>
                  <a:pt x="12000" y="18000"/>
                </a:lnTo>
                <a:lnTo>
                  <a:pt x="6000" y="33000"/>
                </a:lnTo>
                <a:lnTo>
                  <a:pt x="0" y="18000"/>
                </a:lnTo>
                <a:lnTo>
                  <a:pt x="4750" y="18000"/>
                </a:lnTo>
                <a:lnTo>
                  <a:pt x="4750" y="0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4328</Words>
  <Application>WPS 演示</Application>
  <PresentationFormat>宽屏</PresentationFormat>
  <Paragraphs>308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49" baseType="lpstr">
      <vt:lpstr>Arial</vt:lpstr>
      <vt:lpstr>宋体</vt:lpstr>
      <vt:lpstr>Wingdings</vt:lpstr>
      <vt:lpstr>OPPOSans B</vt:lpstr>
      <vt:lpstr>苹方-简</vt:lpstr>
      <vt:lpstr>OPPOSans M</vt:lpstr>
      <vt:lpstr>微软雅黑</vt:lpstr>
      <vt:lpstr>方正雅意黑 GB18030L2</vt:lpstr>
      <vt:lpstr>宋体</vt:lpstr>
      <vt:lpstr>Arial Unicode MS</vt:lpstr>
      <vt:lpstr>等线 Light</vt:lpstr>
      <vt:lpstr>汉仪中等线KW</vt:lpstr>
      <vt:lpstr>等线</vt:lpstr>
      <vt:lpstr>Calibri</vt:lpstr>
      <vt:lpstr>Helvetica Neue</vt:lpstr>
      <vt:lpstr>汉仪书宋二KW</vt:lpstr>
      <vt:lpstr>OPPOSans B</vt:lpstr>
      <vt:lpstr>OPPOSans M</vt:lpstr>
      <vt:lpstr>Segoe UI</vt:lpstr>
      <vt:lpstr>Thonburi</vt:lpstr>
      <vt:lpstr>微软雅黑</vt:lpstr>
      <vt:lpstr>Times New Roman</vt:lpstr>
      <vt:lpstr>Arial</vt:lpstr>
      <vt:lpstr>Helvetica Neue Medium</vt:lpstr>
      <vt:lpstr>Helvetica Neue Medium</vt:lpstr>
      <vt:lpstr>Segoe UI</vt:lpstr>
      <vt:lpstr>微软雅黑</vt:lpstr>
      <vt:lpstr>OPPOSans</vt:lpstr>
      <vt:lpstr>Tahoma</vt:lpstr>
      <vt:lpstr>思源黑体 Light</vt:lpstr>
      <vt:lpstr>汉仪中黑KW</vt:lpstr>
      <vt:lpstr>Office 主题​​</vt:lpstr>
      <vt:lpstr>PowerPoint 演示文稿</vt:lpstr>
      <vt:lpstr>PowerPoint 演示文稿</vt:lpstr>
      <vt:lpstr>PowerPoint 演示文稿</vt:lpstr>
      <vt:lpstr>内页标题文案预留内页标题文案预留 Inner Page Title Placeholder</vt:lpstr>
      <vt:lpstr>自动化实验室需要可用的合成知识</vt:lpstr>
      <vt:lpstr>自动化实验室的真正价值：随实验迭代的知识闭环</vt:lpstr>
      <vt:lpstr>自动化实验室的真正价值：随实验迭代的知识闭环</vt:lpstr>
      <vt:lpstr>自动化实验室的真正价值：随实验迭代的知识闭环</vt:lpstr>
      <vt:lpstr>自动化实验室的真正价值：随实验迭代的知识闭环</vt:lpstr>
      <vt:lpstr>自动化实验室的真正价值：随实验迭代的知识闭环</vt:lpstr>
      <vt:lpstr>自动化实验室的真正价值：随实验迭代的知识闭环</vt:lpstr>
      <vt:lpstr>自动化实验室的真正价值：随实验迭代的知识闭环</vt:lpstr>
      <vt:lpstr>自动化实验室的真正价值：随实验迭代的知识闭环</vt:lpstr>
      <vt:lpstr>自动化实验室的真正价值：随实验迭代的知识闭环</vt:lpstr>
      <vt:lpstr>自动化实验室的真正价值：随实验迭代的知识闭环</vt:lpstr>
      <vt:lpstr>元素（可用做背景装饰） Decorative Elements (for Background Use)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Benshun Yin</dc:creator>
  <cp:lastModifiedBy>吕丁阳</cp:lastModifiedBy>
  <cp:revision>68</cp:revision>
  <dcterms:created xsi:type="dcterms:W3CDTF">2026-09-17T09:10:26Z</dcterms:created>
  <dcterms:modified xsi:type="dcterms:W3CDTF">2026-09-17T09:10:26Z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B8BE9F4AE3199E69D309A96AD4C8C264_42</vt:lpwstr>
  </property>
  <property fmtid="{D5CDD505-2E9C-101B-9397-08002B2CF9AE}" pid="3" name="KSOProductBuildVer">
    <vt:lpwstr>2052-12.1.26046.26046</vt:lpwstr>
  </property>
</Properties>
</file>